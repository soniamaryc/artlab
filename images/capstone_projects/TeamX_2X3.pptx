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sldIdLst>
    <p:sldId id="257" r:id="rId2"/>
  </p:sldIdLst>
  <p:sldSz cx="31089600" cy="219456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9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A9340-BD29-318C-1382-CC61371CAE5F}" v="889" dt="2025-04-27T12:08:59.394"/>
    <p1510:client id="{E152B9B7-007C-7E43-5030-F40DCAD2F747}" v="26" dt="2025-04-27T17:38:19.371"/>
    <p1510:client id="{E18676E8-1A29-EC5F-AE47-1097B73B6215}" v="2" dt="2025-04-27T16:32:59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051" y="77"/>
      </p:cViewPr>
      <p:guideLst>
        <p:guide orient="horz" pos="6912"/>
        <p:guide pos="9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en Michael Thompson" userId="S::owenmt@bgsu.edu::cfdad92b-23b5-4f7e-b916-ced305790153" providerId="AD" clId="Web-{0D342ABD-7816-9DF8-F66B-892446464321}"/>
    <pc:docChg chg="modSld">
      <pc:chgData name="Owen Michael Thompson" userId="S::owenmt@bgsu.edu::cfdad92b-23b5-4f7e-b916-ced305790153" providerId="AD" clId="Web-{0D342ABD-7816-9DF8-F66B-892446464321}" dt="2025-04-22T01:11:39.355" v="55" actId="1076"/>
      <pc:docMkLst>
        <pc:docMk/>
      </pc:docMkLst>
      <pc:sldChg chg="addSp delSp modSp">
        <pc:chgData name="Owen Michael Thompson" userId="S::owenmt@bgsu.edu::cfdad92b-23b5-4f7e-b916-ced305790153" providerId="AD" clId="Web-{0D342ABD-7816-9DF8-F66B-892446464321}" dt="2025-04-22T01:11:39.355" v="55" actId="1076"/>
        <pc:sldMkLst>
          <pc:docMk/>
          <pc:sldMk cId="3531817014" sldId="257"/>
        </pc:sldMkLst>
        <pc:spChg chg="add mod">
          <ac:chgData name="Owen Michael Thompson" userId="S::owenmt@bgsu.edu::cfdad92b-23b5-4f7e-b916-ced305790153" providerId="AD" clId="Web-{0D342ABD-7816-9DF8-F66B-892446464321}" dt="2025-04-22T01:11:31.823" v="54" actId="1076"/>
          <ac:spMkLst>
            <pc:docMk/>
            <pc:sldMk cId="3531817014" sldId="257"/>
            <ac:spMk id="8" creationId="{EEF4F9CF-82EC-CD78-67CD-17F5CDBA0EC8}"/>
          </ac:spMkLst>
        </pc:spChg>
        <pc:spChg chg="add del">
          <ac:chgData name="Owen Michael Thompson" userId="S::owenmt@bgsu.edu::cfdad92b-23b5-4f7e-b916-ced305790153" providerId="AD" clId="Web-{0D342ABD-7816-9DF8-F66B-892446464321}" dt="2025-04-22T01:09:49.212" v="35"/>
          <ac:spMkLst>
            <pc:docMk/>
            <pc:sldMk cId="3531817014" sldId="257"/>
            <ac:spMk id="13" creationId="{AB298CFC-79FF-4FD8-09F7-0A96C9909878}"/>
          </ac:spMkLst>
        </pc:spChg>
        <pc:spChg chg="mod ord">
          <ac:chgData name="Owen Michael Thompson" userId="S::owenmt@bgsu.edu::cfdad92b-23b5-4f7e-b916-ced305790153" providerId="AD" clId="Web-{0D342ABD-7816-9DF8-F66B-892446464321}" dt="2025-04-22T01:09:53.868" v="37" actId="20577"/>
          <ac:spMkLst>
            <pc:docMk/>
            <pc:sldMk cId="3531817014" sldId="257"/>
            <ac:spMk id="14" creationId="{B3F2B393-920F-D261-A387-10282A2EA52A}"/>
          </ac:spMkLst>
        </pc:spChg>
        <pc:spChg chg="add mod">
          <ac:chgData name="Owen Michael Thompson" userId="S::owenmt@bgsu.edu::cfdad92b-23b5-4f7e-b916-ced305790153" providerId="AD" clId="Web-{0D342ABD-7816-9DF8-F66B-892446464321}" dt="2025-04-22T01:10:57.088" v="50" actId="14100"/>
          <ac:spMkLst>
            <pc:docMk/>
            <pc:sldMk cId="3531817014" sldId="257"/>
            <ac:spMk id="15" creationId="{0DEA899C-1E5D-76F0-1A97-06D9E7B87426}"/>
          </ac:spMkLst>
        </pc:spChg>
        <pc:spChg chg="mod ord">
          <ac:chgData name="Owen Michael Thompson" userId="S::owenmt@bgsu.edu::cfdad92b-23b5-4f7e-b916-ced305790153" providerId="AD" clId="Web-{0D342ABD-7816-9DF8-F66B-892446464321}" dt="2025-04-22T01:08:53.476" v="18" actId="20577"/>
          <ac:spMkLst>
            <pc:docMk/>
            <pc:sldMk cId="3531817014" sldId="257"/>
            <ac:spMk id="17" creationId="{C7540361-BB1D-1F97-AD38-28C1AA546DA4}"/>
          </ac:spMkLst>
        </pc:spChg>
        <pc:spChg chg="mod">
          <ac:chgData name="Owen Michael Thompson" userId="S::owenmt@bgsu.edu::cfdad92b-23b5-4f7e-b916-ced305790153" providerId="AD" clId="Web-{0D342ABD-7816-9DF8-F66B-892446464321}" dt="2025-04-22T01:09:46.134" v="32" actId="1076"/>
          <ac:spMkLst>
            <pc:docMk/>
            <pc:sldMk cId="3531817014" sldId="257"/>
            <ac:spMk id="21" creationId="{C8443A62-DD12-B4DF-3D4D-DF311ABE0DCB}"/>
          </ac:spMkLst>
        </pc:spChg>
        <pc:picChg chg="mod ord">
          <ac:chgData name="Owen Michael Thompson" userId="S::owenmt@bgsu.edu::cfdad92b-23b5-4f7e-b916-ced305790153" providerId="AD" clId="Web-{0D342ABD-7816-9DF8-F66B-892446464321}" dt="2025-04-22T01:11:39.355" v="55" actId="1076"/>
          <ac:picMkLst>
            <pc:docMk/>
            <pc:sldMk cId="3531817014" sldId="257"/>
            <ac:picMk id="10" creationId="{36CC333C-1CEB-3C84-992F-2DA5F5F51F7A}"/>
          </ac:picMkLst>
        </pc:picChg>
      </pc:sldChg>
    </pc:docChg>
  </pc:docChgLst>
  <pc:docChgLst>
    <pc:chgData name="William Clouse" userId="S::wclouse@bgsu.edu::c78472c1-ea44-4a73-aeb3-f804c790f823" providerId="AD" clId="Web-{36CA9340-BD29-318C-1382-CC61371CAE5F}"/>
    <pc:docChg chg="modSld">
      <pc:chgData name="William Clouse" userId="S::wclouse@bgsu.edu::c78472c1-ea44-4a73-aeb3-f804c790f823" providerId="AD" clId="Web-{36CA9340-BD29-318C-1382-CC61371CAE5F}" dt="2025-04-27T12:08:55.316" v="880" actId="20577"/>
      <pc:docMkLst>
        <pc:docMk/>
      </pc:docMkLst>
      <pc:sldChg chg="addSp modSp">
        <pc:chgData name="William Clouse" userId="S::wclouse@bgsu.edu::c78472c1-ea44-4a73-aeb3-f804c790f823" providerId="AD" clId="Web-{36CA9340-BD29-318C-1382-CC61371CAE5F}" dt="2025-04-27T12:08:55.316" v="880" actId="20577"/>
        <pc:sldMkLst>
          <pc:docMk/>
          <pc:sldMk cId="3531817014" sldId="257"/>
        </pc:sldMkLst>
        <pc:spChg chg="mod">
          <ac:chgData name="William Clouse" userId="S::wclouse@bgsu.edu::c78472c1-ea44-4a73-aeb3-f804c790f823" providerId="AD" clId="Web-{36CA9340-BD29-318C-1382-CC61371CAE5F}" dt="2025-04-27T11:58:27.843" v="484" actId="1076"/>
          <ac:spMkLst>
            <pc:docMk/>
            <pc:sldMk cId="3531817014" sldId="257"/>
            <ac:spMk id="19" creationId="{55D80D3B-B48E-B2C9-F144-96673EADEE9C}"/>
          </ac:spMkLst>
        </pc:spChg>
        <pc:spChg chg="mod">
          <ac:chgData name="William Clouse" userId="S::wclouse@bgsu.edu::c78472c1-ea44-4a73-aeb3-f804c790f823" providerId="AD" clId="Web-{36CA9340-BD29-318C-1382-CC61371CAE5F}" dt="2025-04-27T11:58:23.937" v="482" actId="20577"/>
          <ac:spMkLst>
            <pc:docMk/>
            <pc:sldMk cId="3531817014" sldId="257"/>
            <ac:spMk id="20" creationId="{085BEEBA-5CDB-2CD7-06AC-21DFBE193CBF}"/>
          </ac:spMkLst>
        </pc:spChg>
        <pc:spChg chg="mod">
          <ac:chgData name="William Clouse" userId="S::wclouse@bgsu.edu::c78472c1-ea44-4a73-aeb3-f804c790f823" providerId="AD" clId="Web-{36CA9340-BD29-318C-1382-CC61371CAE5F}" dt="2025-04-27T12:08:55.316" v="880" actId="20577"/>
          <ac:spMkLst>
            <pc:docMk/>
            <pc:sldMk cId="3531817014" sldId="257"/>
            <ac:spMk id="21" creationId="{C8443A62-DD12-B4DF-3D4D-DF311ABE0DCB}"/>
          </ac:spMkLst>
        </pc:spChg>
        <pc:spChg chg="mod">
          <ac:chgData name="William Clouse" userId="S::wclouse@bgsu.edu::c78472c1-ea44-4a73-aeb3-f804c790f823" providerId="AD" clId="Web-{36CA9340-BD29-318C-1382-CC61371CAE5F}" dt="2025-04-27T11:44:57.825" v="1" actId="20577"/>
          <ac:spMkLst>
            <pc:docMk/>
            <pc:sldMk cId="3531817014" sldId="257"/>
            <ac:spMk id="26" creationId="{7973899A-7636-87C4-2A13-FF8D33D321F5}"/>
          </ac:spMkLst>
        </pc:spChg>
        <pc:picChg chg="add mod">
          <ac:chgData name="William Clouse" userId="S::wclouse@bgsu.edu::c78472c1-ea44-4a73-aeb3-f804c790f823" providerId="AD" clId="Web-{36CA9340-BD29-318C-1382-CC61371CAE5F}" dt="2025-04-27T11:57:42.248" v="479" actId="14100"/>
          <ac:picMkLst>
            <pc:docMk/>
            <pc:sldMk cId="3531817014" sldId="257"/>
            <ac:picMk id="13" creationId="{87B2BAF8-3C55-EEDC-4513-311DFC68E800}"/>
          </ac:picMkLst>
        </pc:picChg>
      </pc:sldChg>
    </pc:docChg>
  </pc:docChgLst>
  <pc:docChgLst>
    <pc:chgData name="Sonia Mary Chacko" userId="32e961e1-0271-40b4-863b-f84f448e7456" providerId="ADAL" clId="{92011B82-3DF3-462C-B91F-1305405A8A57}"/>
    <pc:docChg chg="modSld">
      <pc:chgData name="Sonia Mary Chacko" userId="32e961e1-0271-40b4-863b-f84f448e7456" providerId="ADAL" clId="{92011B82-3DF3-462C-B91F-1305405A8A57}" dt="2025-03-31T15:37:54.648" v="1" actId="1076"/>
      <pc:docMkLst>
        <pc:docMk/>
      </pc:docMkLst>
      <pc:sldChg chg="modSp mod">
        <pc:chgData name="Sonia Mary Chacko" userId="32e961e1-0271-40b4-863b-f84f448e7456" providerId="ADAL" clId="{92011B82-3DF3-462C-B91F-1305405A8A57}" dt="2025-03-31T15:37:54.648" v="1" actId="1076"/>
        <pc:sldMkLst>
          <pc:docMk/>
          <pc:sldMk cId="3531817014" sldId="257"/>
        </pc:sldMkLst>
        <pc:picChg chg="mod">
          <ac:chgData name="Sonia Mary Chacko" userId="32e961e1-0271-40b4-863b-f84f448e7456" providerId="ADAL" clId="{92011B82-3DF3-462C-B91F-1305405A8A57}" dt="2025-03-31T15:37:54.648" v="1" actId="1076"/>
          <ac:picMkLst>
            <pc:docMk/>
            <pc:sldMk cId="3531817014" sldId="257"/>
            <ac:picMk id="28" creationId="{A9F8526F-8656-CD5D-B24B-53101F7B7358}"/>
          </ac:picMkLst>
        </pc:picChg>
      </pc:sldChg>
    </pc:docChg>
  </pc:docChgLst>
  <pc:docChgLst>
    <pc:chgData name="William Clouse" userId="S::wclouse@bgsu.edu::c78472c1-ea44-4a73-aeb3-f804c790f823" providerId="AD" clId="Web-{E18676E8-1A29-EC5F-AE47-1097B73B6215}"/>
    <pc:docChg chg="modSld">
      <pc:chgData name="William Clouse" userId="S::wclouse@bgsu.edu::c78472c1-ea44-4a73-aeb3-f804c790f823" providerId="AD" clId="Web-{E18676E8-1A29-EC5F-AE47-1097B73B6215}" dt="2025-04-27T16:32:59.166" v="1"/>
      <pc:docMkLst>
        <pc:docMk/>
      </pc:docMkLst>
      <pc:sldChg chg="mod modShow">
        <pc:chgData name="William Clouse" userId="S::wclouse@bgsu.edu::c78472c1-ea44-4a73-aeb3-f804c790f823" providerId="AD" clId="Web-{E18676E8-1A29-EC5F-AE47-1097B73B6215}" dt="2025-04-27T16:32:59.166" v="1"/>
        <pc:sldMkLst>
          <pc:docMk/>
          <pc:sldMk cId="3531817014" sldId="257"/>
        </pc:sldMkLst>
      </pc:sldChg>
    </pc:docChg>
  </pc:docChgLst>
  <pc:docChgLst>
    <pc:chgData name="William Clouse" userId="S::wclouse@bgsu.edu::c78472c1-ea44-4a73-aeb3-f804c790f823" providerId="AD" clId="Web-{E152B9B7-007C-7E43-5030-F40DCAD2F747}"/>
    <pc:docChg chg="modSld">
      <pc:chgData name="William Clouse" userId="S::wclouse@bgsu.edu::c78472c1-ea44-4a73-aeb3-f804c790f823" providerId="AD" clId="Web-{E152B9B7-007C-7E43-5030-F40DCAD2F747}" dt="2025-04-27T17:38:19.371" v="21" actId="1076"/>
      <pc:docMkLst>
        <pc:docMk/>
      </pc:docMkLst>
      <pc:sldChg chg="addSp delSp modSp">
        <pc:chgData name="William Clouse" userId="S::wclouse@bgsu.edu::c78472c1-ea44-4a73-aeb3-f804c790f823" providerId="AD" clId="Web-{E152B9B7-007C-7E43-5030-F40DCAD2F747}" dt="2025-04-27T17:38:19.371" v="21" actId="1076"/>
        <pc:sldMkLst>
          <pc:docMk/>
          <pc:sldMk cId="3531817014" sldId="257"/>
        </pc:sldMkLst>
        <pc:spChg chg="add del">
          <ac:chgData name="William Clouse" userId="S::wclouse@bgsu.edu::c78472c1-ea44-4a73-aeb3-f804c790f823" providerId="AD" clId="Web-{E152B9B7-007C-7E43-5030-F40DCAD2F747}" dt="2025-04-27T17:36:51.917" v="1"/>
          <ac:spMkLst>
            <pc:docMk/>
            <pc:sldMk cId="3531817014" sldId="257"/>
            <ac:spMk id="16" creationId="{A9A61742-33D5-C055-4A09-9254C6C5B430}"/>
          </ac:spMkLst>
        </pc:spChg>
        <pc:spChg chg="add mod">
          <ac:chgData name="William Clouse" userId="S::wclouse@bgsu.edu::c78472c1-ea44-4a73-aeb3-f804c790f823" providerId="AD" clId="Web-{E152B9B7-007C-7E43-5030-F40DCAD2F747}" dt="2025-04-27T17:37:27.871" v="9" actId="14100"/>
          <ac:spMkLst>
            <pc:docMk/>
            <pc:sldMk cId="3531817014" sldId="257"/>
            <ac:spMk id="18" creationId="{AB0B14DE-093C-43D0-ED4A-74E00D245FD8}"/>
          </ac:spMkLst>
        </pc:spChg>
        <pc:spChg chg="mod">
          <ac:chgData name="William Clouse" userId="S::wclouse@bgsu.edu::c78472c1-ea44-4a73-aeb3-f804c790f823" providerId="AD" clId="Web-{E152B9B7-007C-7E43-5030-F40DCAD2F747}" dt="2025-04-27T17:38:04.183" v="17" actId="20577"/>
          <ac:spMkLst>
            <pc:docMk/>
            <pc:sldMk cId="3531817014" sldId="257"/>
            <ac:spMk id="19" creationId="{55D80D3B-B48E-B2C9-F144-96673EADEE9C}"/>
          </ac:spMkLst>
        </pc:spChg>
        <pc:spChg chg="mod">
          <ac:chgData name="William Clouse" userId="S::wclouse@bgsu.edu::c78472c1-ea44-4a73-aeb3-f804c790f823" providerId="AD" clId="Web-{E152B9B7-007C-7E43-5030-F40DCAD2F747}" dt="2025-04-27T17:37:37.230" v="10" actId="20577"/>
          <ac:spMkLst>
            <pc:docMk/>
            <pc:sldMk cId="3531817014" sldId="257"/>
            <ac:spMk id="20" creationId="{085BEEBA-5CDB-2CD7-06AC-21DFBE193CBF}"/>
          </ac:spMkLst>
        </pc:spChg>
        <pc:spChg chg="mod">
          <ac:chgData name="William Clouse" userId="S::wclouse@bgsu.edu::c78472c1-ea44-4a73-aeb3-f804c790f823" providerId="AD" clId="Web-{E152B9B7-007C-7E43-5030-F40DCAD2F747}" dt="2025-04-27T17:37:09.089" v="4" actId="20577"/>
          <ac:spMkLst>
            <pc:docMk/>
            <pc:sldMk cId="3531817014" sldId="257"/>
            <ac:spMk id="21" creationId="{C8443A62-DD12-B4DF-3D4D-DF311ABE0DCB}"/>
          </ac:spMkLst>
        </pc:spChg>
        <pc:spChg chg="add mod">
          <ac:chgData name="William Clouse" userId="S::wclouse@bgsu.edu::c78472c1-ea44-4a73-aeb3-f804c790f823" providerId="AD" clId="Web-{E152B9B7-007C-7E43-5030-F40DCAD2F747}" dt="2025-04-27T17:37:55.871" v="16" actId="1076"/>
          <ac:spMkLst>
            <pc:docMk/>
            <pc:sldMk cId="3531817014" sldId="257"/>
            <ac:spMk id="23" creationId="{ABC3812B-225C-5920-12E5-F0E8A67274E1}"/>
          </ac:spMkLst>
        </pc:spChg>
        <pc:spChg chg="add mod">
          <ac:chgData name="William Clouse" userId="S::wclouse@bgsu.edu::c78472c1-ea44-4a73-aeb3-f804c790f823" providerId="AD" clId="Web-{E152B9B7-007C-7E43-5030-F40DCAD2F747}" dt="2025-04-27T17:38:19.371" v="21" actId="1076"/>
          <ac:spMkLst>
            <pc:docMk/>
            <pc:sldMk cId="3531817014" sldId="257"/>
            <ac:spMk id="24" creationId="{9C0DE86B-2CEE-0EAD-5422-4867A4799B3A}"/>
          </ac:spMkLst>
        </pc:spChg>
      </pc:sldChg>
    </pc:docChg>
  </pc:docChgLst>
  <pc:docChgLst>
    <pc:chgData name="Owen Michael Thompson" userId="S::owenmt@bgsu.edu::cfdad92b-23b5-4f7e-b916-ced305790153" providerId="AD" clId="Web-{80586017-4853-292D-F402-AB73F4C3B2C5}"/>
    <pc:docChg chg="modSld">
      <pc:chgData name="Owen Michael Thompson" userId="S::owenmt@bgsu.edu::cfdad92b-23b5-4f7e-b916-ced305790153" providerId="AD" clId="Web-{80586017-4853-292D-F402-AB73F4C3B2C5}" dt="2025-04-22T01:00:26.291" v="1006" actId="20577"/>
      <pc:docMkLst>
        <pc:docMk/>
      </pc:docMkLst>
      <pc:sldChg chg="addSp delSp modSp">
        <pc:chgData name="Owen Michael Thompson" userId="S::owenmt@bgsu.edu::cfdad92b-23b5-4f7e-b916-ced305790153" providerId="AD" clId="Web-{80586017-4853-292D-F402-AB73F4C3B2C5}" dt="2025-04-22T01:00:26.291" v="1006" actId="20577"/>
        <pc:sldMkLst>
          <pc:docMk/>
          <pc:sldMk cId="3531817014" sldId="257"/>
        </pc:sldMkLst>
        <pc:spChg chg="mod">
          <ac:chgData name="Owen Michael Thompson" userId="S::owenmt@bgsu.edu::cfdad92b-23b5-4f7e-b916-ced305790153" providerId="AD" clId="Web-{80586017-4853-292D-F402-AB73F4C3B2C5}" dt="2025-04-22T00:32:05.170" v="158" actId="14100"/>
          <ac:spMkLst>
            <pc:docMk/>
            <pc:sldMk cId="3531817014" sldId="257"/>
            <ac:spMk id="2" creationId="{DCFA9FEE-8D4E-A591-CA5E-7AFC7A209190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8:21.730" v="201" actId="14100"/>
          <ac:spMkLst>
            <pc:docMk/>
            <pc:sldMk cId="3531817014" sldId="257"/>
            <ac:spMk id="4" creationId="{62EEC462-7E7D-DFDA-F112-4B94BF86D32E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8:33.621" v="202" actId="14100"/>
          <ac:spMkLst>
            <pc:docMk/>
            <pc:sldMk cId="3531817014" sldId="257"/>
            <ac:spMk id="5" creationId="{4F2B0B02-87E5-E2AF-952D-6C0078B64E22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3:59.471" v="171" actId="14100"/>
          <ac:spMkLst>
            <pc:docMk/>
            <pc:sldMk cId="3531817014" sldId="257"/>
            <ac:spMk id="7" creationId="{41256205-A9B0-3314-1DF2-23A5BFFF9107}"/>
          </ac:spMkLst>
        </pc:spChg>
        <pc:spChg chg="del">
          <ac:chgData name="Owen Michael Thompson" userId="S::owenmt@bgsu.edu::cfdad92b-23b5-4f7e-b916-ced305790153" providerId="AD" clId="Web-{80586017-4853-292D-F402-AB73F4C3B2C5}" dt="2025-04-22T00:21:23.321" v="10"/>
          <ac:spMkLst>
            <pc:docMk/>
            <pc:sldMk cId="3531817014" sldId="257"/>
            <ac:spMk id="8" creationId="{07E0BC13-539E-376D-6221-DC8776ACA92F}"/>
          </ac:spMkLst>
        </pc:spChg>
        <pc:spChg chg="mod">
          <ac:chgData name="Owen Michael Thompson" userId="S::owenmt@bgsu.edu::cfdad92b-23b5-4f7e-b916-ced305790153" providerId="AD" clId="Web-{80586017-4853-292D-F402-AB73F4C3B2C5}" dt="2025-04-22T01:00:26.291" v="1006" actId="20577"/>
          <ac:spMkLst>
            <pc:docMk/>
            <pc:sldMk cId="3531817014" sldId="257"/>
            <ac:spMk id="14" creationId="{B3F2B393-920F-D261-A387-10282A2EA52A}"/>
          </ac:spMkLst>
        </pc:spChg>
        <pc:spChg chg="del">
          <ac:chgData name="Owen Michael Thompson" userId="S::owenmt@bgsu.edu::cfdad92b-23b5-4f7e-b916-ced305790153" providerId="AD" clId="Web-{80586017-4853-292D-F402-AB73F4C3B2C5}" dt="2025-04-22T00:33:25.814" v="166"/>
          <ac:spMkLst>
            <pc:docMk/>
            <pc:sldMk cId="3531817014" sldId="257"/>
            <ac:spMk id="16" creationId="{7AA9A01D-F93E-206C-2E7F-56E3E371BD3C}"/>
          </ac:spMkLst>
        </pc:spChg>
        <pc:spChg chg="mod">
          <ac:chgData name="Owen Michael Thompson" userId="S::owenmt@bgsu.edu::cfdad92b-23b5-4f7e-b916-ced305790153" providerId="AD" clId="Web-{80586017-4853-292D-F402-AB73F4C3B2C5}" dt="2025-04-22T01:00:04.852" v="1001"/>
          <ac:spMkLst>
            <pc:docMk/>
            <pc:sldMk cId="3531817014" sldId="257"/>
            <ac:spMk id="17" creationId="{C7540361-BB1D-1F97-AD38-28C1AA546DA4}"/>
          </ac:spMkLst>
        </pc:spChg>
        <pc:spChg chg="del">
          <ac:chgData name="Owen Michael Thompson" userId="S::owenmt@bgsu.edu::cfdad92b-23b5-4f7e-b916-ced305790153" providerId="AD" clId="Web-{80586017-4853-292D-F402-AB73F4C3B2C5}" dt="2025-04-22T00:33:27.657" v="167"/>
          <ac:spMkLst>
            <pc:docMk/>
            <pc:sldMk cId="3531817014" sldId="257"/>
            <ac:spMk id="18" creationId="{71B5E8F5-0204-68C5-8367-E0A87B916B24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6:24.445" v="192" actId="14100"/>
          <ac:spMkLst>
            <pc:docMk/>
            <pc:sldMk cId="3531817014" sldId="257"/>
            <ac:spMk id="20" creationId="{085BEEBA-5CDB-2CD7-06AC-21DFBE193CBF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4:58.520" v="177" actId="1076"/>
          <ac:spMkLst>
            <pc:docMk/>
            <pc:sldMk cId="3531817014" sldId="257"/>
            <ac:spMk id="21" creationId="{C8443A62-DD12-B4DF-3D4D-DF311ABE0DCB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6:41.351" v="193" actId="14100"/>
          <ac:spMkLst>
            <pc:docMk/>
            <pc:sldMk cId="3531817014" sldId="257"/>
            <ac:spMk id="22" creationId="{02D32A73-8566-BD19-AA5F-CF4418B1357A}"/>
          </ac:spMkLst>
        </pc:spChg>
        <pc:spChg chg="del">
          <ac:chgData name="Owen Michael Thompson" userId="S::owenmt@bgsu.edu::cfdad92b-23b5-4f7e-b916-ced305790153" providerId="AD" clId="Web-{80586017-4853-292D-F402-AB73F4C3B2C5}" dt="2025-04-22T00:33:30.017" v="168"/>
          <ac:spMkLst>
            <pc:docMk/>
            <pc:sldMk cId="3531817014" sldId="257"/>
            <ac:spMk id="23" creationId="{370C77B2-6C88-9C71-7BB3-FBABF6DDFBEA}"/>
          </ac:spMkLst>
        </pc:spChg>
        <pc:spChg chg="del">
          <ac:chgData name="Owen Michael Thompson" userId="S::owenmt@bgsu.edu::cfdad92b-23b5-4f7e-b916-ced305790153" providerId="AD" clId="Web-{80586017-4853-292D-F402-AB73F4C3B2C5}" dt="2025-04-22T00:33:31.814" v="169"/>
          <ac:spMkLst>
            <pc:docMk/>
            <pc:sldMk cId="3531817014" sldId="257"/>
            <ac:spMk id="24" creationId="{7B33E45B-5D86-A98F-E55B-EE0C0F4FAFAC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6:45.055" v="194" actId="14100"/>
          <ac:spMkLst>
            <pc:docMk/>
            <pc:sldMk cId="3531817014" sldId="257"/>
            <ac:spMk id="25" creationId="{3BDD11BB-3B2D-4E34-784B-7827A6C68691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0:07.119" v="140" actId="1076"/>
          <ac:spMkLst>
            <pc:docMk/>
            <pc:sldMk cId="3531817014" sldId="257"/>
            <ac:spMk id="26" creationId="{7973899A-7636-87C4-2A13-FF8D33D321F5}"/>
          </ac:spMkLst>
        </pc:spChg>
        <pc:spChg chg="del">
          <ac:chgData name="Owen Michael Thompson" userId="S::owenmt@bgsu.edu::cfdad92b-23b5-4f7e-b916-ced305790153" providerId="AD" clId="Web-{80586017-4853-292D-F402-AB73F4C3B2C5}" dt="2025-04-22T00:33:34.454" v="170"/>
          <ac:spMkLst>
            <pc:docMk/>
            <pc:sldMk cId="3531817014" sldId="257"/>
            <ac:spMk id="29" creationId="{F0DE80D1-49BE-1DB9-57E3-4D844F5E563E}"/>
          </ac:spMkLst>
        </pc:spChg>
        <pc:spChg chg="mod">
          <ac:chgData name="Owen Michael Thompson" userId="S::owenmt@bgsu.edu::cfdad92b-23b5-4f7e-b916-ced305790153" providerId="AD" clId="Web-{80586017-4853-292D-F402-AB73F4C3B2C5}" dt="2025-04-22T00:36:16.663" v="191" actId="1076"/>
          <ac:spMkLst>
            <pc:docMk/>
            <pc:sldMk cId="3531817014" sldId="257"/>
            <ac:spMk id="31" creationId="{33C7406B-2A4D-9D5D-812A-3F4DC5137EC4}"/>
          </ac:spMkLst>
        </pc:spChg>
        <pc:spChg chg="del">
          <ac:chgData name="Owen Michael Thompson" userId="S::owenmt@bgsu.edu::cfdad92b-23b5-4f7e-b916-ced305790153" providerId="AD" clId="Web-{80586017-4853-292D-F402-AB73F4C3B2C5}" dt="2025-04-22T00:21:23.321" v="9"/>
          <ac:spMkLst>
            <pc:docMk/>
            <pc:sldMk cId="3531817014" sldId="257"/>
            <ac:spMk id="32" creationId="{69FF1C72-F5A1-A64F-C5A6-937B4CA2462B}"/>
          </ac:spMkLst>
        </pc:spChg>
        <pc:spChg chg="del">
          <ac:chgData name="Owen Michael Thompson" userId="S::owenmt@bgsu.edu::cfdad92b-23b5-4f7e-b916-ced305790153" providerId="AD" clId="Web-{80586017-4853-292D-F402-AB73F4C3B2C5}" dt="2025-04-22T00:21:28.336" v="11"/>
          <ac:spMkLst>
            <pc:docMk/>
            <pc:sldMk cId="3531817014" sldId="257"/>
            <ac:spMk id="33" creationId="{D8A73673-DAB0-6C9B-AC2F-976E6B712EC8}"/>
          </ac:spMkLst>
        </pc:spChg>
        <pc:picChg chg="mod modCrop">
          <ac:chgData name="Owen Michael Thompson" userId="S::owenmt@bgsu.edu::cfdad92b-23b5-4f7e-b916-ced305790153" providerId="AD" clId="Web-{80586017-4853-292D-F402-AB73F4C3B2C5}" dt="2025-04-22T00:36:09.616" v="190" actId="1076"/>
          <ac:picMkLst>
            <pc:docMk/>
            <pc:sldMk cId="3531817014" sldId="257"/>
            <ac:picMk id="9" creationId="{49736431-6AE7-4080-35CC-3ACFD6799E0E}"/>
          </ac:picMkLst>
        </pc:picChg>
        <pc:picChg chg="add mod">
          <ac:chgData name="Owen Michael Thompson" userId="S::owenmt@bgsu.edu::cfdad92b-23b5-4f7e-b916-ced305790153" providerId="AD" clId="Web-{80586017-4853-292D-F402-AB73F4C3B2C5}" dt="2025-04-22T00:59:29.882" v="1000" actId="1076"/>
          <ac:picMkLst>
            <pc:docMk/>
            <pc:sldMk cId="3531817014" sldId="257"/>
            <ac:picMk id="10" creationId="{36CC333C-1CEB-3C84-992F-2DA5F5F51F7A}"/>
          </ac:picMkLst>
        </pc:picChg>
        <pc:picChg chg="add mod modCrop">
          <ac:chgData name="Owen Michael Thompson" userId="S::owenmt@bgsu.edu::cfdad92b-23b5-4f7e-b916-ced305790153" providerId="AD" clId="Web-{80586017-4853-292D-F402-AB73F4C3B2C5}" dt="2025-04-22T00:36:49.383" v="195" actId="1076"/>
          <ac:picMkLst>
            <pc:docMk/>
            <pc:sldMk cId="3531817014" sldId="257"/>
            <ac:picMk id="11" creationId="{BA29F44E-33BB-971B-2597-60A122BD086D}"/>
          </ac:picMkLst>
        </pc:picChg>
        <pc:picChg chg="add mod modCrop">
          <ac:chgData name="Owen Michael Thompson" userId="S::owenmt@bgsu.edu::cfdad92b-23b5-4f7e-b916-ced305790153" providerId="AD" clId="Web-{80586017-4853-292D-F402-AB73F4C3B2C5}" dt="2025-04-22T00:24:31.014" v="38" actId="1076"/>
          <ac:picMkLst>
            <pc:docMk/>
            <pc:sldMk cId="3531817014" sldId="257"/>
            <ac:picMk id="12" creationId="{55B6D045-C847-B020-4B34-289DF350A40F}"/>
          </ac:picMkLst>
        </pc:picChg>
        <pc:picChg chg="add del">
          <ac:chgData name="Owen Michael Thompson" userId="S::owenmt@bgsu.edu::cfdad92b-23b5-4f7e-b916-ced305790153" providerId="AD" clId="Web-{80586017-4853-292D-F402-AB73F4C3B2C5}" dt="2025-04-22T00:31:55.045" v="157"/>
          <ac:picMkLst>
            <pc:docMk/>
            <pc:sldMk cId="3531817014" sldId="257"/>
            <ac:picMk id="28" creationId="{A9F8526F-8656-CD5D-B24B-53101F7B7358}"/>
          </ac:picMkLst>
        </pc:picChg>
        <pc:picChg chg="mod modCrop">
          <ac:chgData name="Owen Michael Thompson" userId="S::owenmt@bgsu.edu::cfdad92b-23b5-4f7e-b916-ced305790153" providerId="AD" clId="Web-{80586017-4853-292D-F402-AB73F4C3B2C5}" dt="2025-04-22T00:32:15.749" v="160" actId="1076"/>
          <ac:picMkLst>
            <pc:docMk/>
            <pc:sldMk cId="3531817014" sldId="257"/>
            <ac:picMk id="3078" creationId="{D414772E-614C-C824-438C-924E7FD4C422}"/>
          </ac:picMkLst>
        </pc:picChg>
      </pc:sldChg>
    </pc:docChg>
  </pc:docChgLst>
  <pc:docChgLst>
    <pc:chgData name="Sonia Mary Chacko" userId="32e961e1-0271-40b4-863b-f84f448e7456" providerId="ADAL" clId="{29CA5516-B444-46FE-B372-2B226B5289A4}"/>
    <pc:docChg chg="modSld modMainMaster">
      <pc:chgData name="Sonia Mary Chacko" userId="32e961e1-0271-40b4-863b-f84f448e7456" providerId="ADAL" clId="{29CA5516-B444-46FE-B372-2B226B5289A4}" dt="2024-11-15T13:07:52.529" v="4" actId="1076"/>
      <pc:docMkLst>
        <pc:docMk/>
      </pc:docMkLst>
      <pc:sldChg chg="modSp mod">
        <pc:chgData name="Sonia Mary Chacko" userId="32e961e1-0271-40b4-863b-f84f448e7456" providerId="ADAL" clId="{29CA5516-B444-46FE-B372-2B226B5289A4}" dt="2024-11-15T13:07:52.529" v="4" actId="1076"/>
        <pc:sldMkLst>
          <pc:docMk/>
          <pc:sldMk cId="3531817014" sldId="257"/>
        </pc:sldMkLst>
        <pc:spChg chg="mod">
          <ac:chgData name="Sonia Mary Chacko" userId="32e961e1-0271-40b4-863b-f84f448e7456" providerId="ADAL" clId="{29CA5516-B444-46FE-B372-2B226B5289A4}" dt="2024-11-15T13:07:36.513" v="2" actId="14100"/>
          <ac:spMkLst>
            <pc:docMk/>
            <pc:sldMk cId="3531817014" sldId="257"/>
            <ac:spMk id="2" creationId="{DCFA9FEE-8D4E-A591-CA5E-7AFC7A209190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4" creationId="{62EEC462-7E7D-DFDA-F112-4B94BF86D32E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5" creationId="{4F2B0B02-87E5-E2AF-952D-6C0078B64E22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6" creationId="{636398ED-1B1B-341D-5D77-5F757E2670BA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7" creationId="{41256205-A9B0-3314-1DF2-23A5BFFF9107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8" creationId="{07E0BC13-539E-376D-6221-DC8776ACA92F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9" creationId="{F0DE80D1-49BE-1DB9-57E3-4D844F5E563E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0" creationId="{71B5E8F5-0204-68C5-8367-E0A87B916B24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1" creationId="{370C77B2-6C88-9C71-7BB3-FBABF6DDFBEA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2" creationId="{7B33E45B-5D86-A98F-E55B-EE0C0F4FAFAC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3" creationId="{D8A73673-DAB0-6C9B-AC2F-976E6B712EC8}"/>
          </ac:spMkLst>
        </pc:spChg>
        <pc:spChg chg="mod">
          <ac:chgData name="Sonia Mary Chacko" userId="32e961e1-0271-40b4-863b-f84f448e7456" providerId="ADAL" clId="{29CA5516-B444-46FE-B372-2B226B5289A4}" dt="2024-11-15T13:07:52.529" v="4" actId="1076"/>
          <ac:spMkLst>
            <pc:docMk/>
            <pc:sldMk cId="3531817014" sldId="257"/>
            <ac:spMk id="14" creationId="{B3F2B393-920F-D261-A387-10282A2EA52A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5" creationId="{4D637DEB-C54A-C5A1-AF67-8603FB45AFA8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6" creationId="{7AA9A01D-F93E-206C-2E7F-56E3E371BD3C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17" creationId="{C7540361-BB1D-1F97-AD38-28C1AA546DA4}"/>
          </ac:spMkLst>
        </pc:spChg>
        <pc:spChg chg="mod">
          <ac:chgData name="Sonia Mary Chacko" userId="32e961e1-0271-40b4-863b-f84f448e7456" providerId="ADAL" clId="{29CA5516-B444-46FE-B372-2B226B5289A4}" dt="2024-11-15T13:07:44.136" v="3" actId="1076"/>
          <ac:spMkLst>
            <pc:docMk/>
            <pc:sldMk cId="3531817014" sldId="257"/>
            <ac:spMk id="19" creationId="{55D80D3B-B48E-B2C9-F144-96673EADEE9C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20" creationId="{085BEEBA-5CDB-2CD7-06AC-21DFBE193CBF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21" creationId="{C8443A62-DD12-B4DF-3D4D-DF311ABE0DCB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22" creationId="{02D32A73-8566-BD19-AA5F-CF4418B1357A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25" creationId="{3BDD11BB-3B2D-4E34-784B-7827A6C68691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k cId="3531817014" sldId="257"/>
            <ac:spMk id="26" creationId="{7973899A-7636-87C4-2A13-FF8D33D321F5}"/>
          </ac:spMkLst>
        </pc:spChg>
        <pc:picChg chg="mod">
          <ac:chgData name="Sonia Mary Chacko" userId="32e961e1-0271-40b4-863b-f84f448e7456" providerId="ADAL" clId="{29CA5516-B444-46FE-B372-2B226B5289A4}" dt="2024-11-15T13:07:16.754" v="1"/>
          <ac:picMkLst>
            <pc:docMk/>
            <pc:sldMk cId="3531817014" sldId="257"/>
            <ac:picMk id="3074" creationId="{29373B40-87B2-2B35-AB83-BB9DB4C2765A}"/>
          </ac:picMkLst>
        </pc:picChg>
        <pc:picChg chg="mod">
          <ac:chgData name="Sonia Mary Chacko" userId="32e961e1-0271-40b4-863b-f84f448e7456" providerId="ADAL" clId="{29CA5516-B444-46FE-B372-2B226B5289A4}" dt="2024-11-15T13:07:16.754" v="1"/>
          <ac:picMkLst>
            <pc:docMk/>
            <pc:sldMk cId="3531817014" sldId="257"/>
            <ac:picMk id="3078" creationId="{D414772E-614C-C824-438C-924E7FD4C422}"/>
          </ac:picMkLst>
        </pc:picChg>
      </pc:sldChg>
      <pc:sldMasterChg chg="modSp modSldLayout">
        <pc:chgData name="Sonia Mary Chacko" userId="32e961e1-0271-40b4-863b-f84f448e7456" providerId="ADAL" clId="{29CA5516-B444-46FE-B372-2B226B5289A4}" dt="2024-11-15T13:07:16.754" v="1"/>
        <pc:sldMasterMkLst>
          <pc:docMk/>
          <pc:sldMasterMk cId="0" sldId="2147483648"/>
        </pc:sldMasterMkLst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asterMk cId="0" sldId="2147483648"/>
            <ac:spMk id="1026" creationId="{33E4D641-53D2-572A-0EE3-2DBDBFDE3D3A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asterMk cId="0" sldId="2147483648"/>
            <ac:spMk id="1027" creationId="{78CF78EC-9ABE-F290-6297-F804D759E701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asterMk cId="0" sldId="2147483648"/>
            <ac:spMk id="1028" creationId="{C97AD19E-63A9-0523-6056-78414D422944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asterMk cId="0" sldId="2147483648"/>
            <ac:spMk id="1029" creationId="{974A5772-5BD7-1CCC-B47F-8E267CBD3E47}"/>
          </ac:spMkLst>
        </pc:spChg>
        <pc:spChg chg="mod">
          <ac:chgData name="Sonia Mary Chacko" userId="32e961e1-0271-40b4-863b-f84f448e7456" providerId="ADAL" clId="{29CA5516-B444-46FE-B372-2B226B5289A4}" dt="2024-11-15T13:07:16.754" v="1"/>
          <ac:spMkLst>
            <pc:docMk/>
            <pc:sldMasterMk cId="0" sldId="2147483648"/>
            <ac:spMk id="1030" creationId="{EFF9B717-B5E3-D7D3-F7B1-51F594F6BB0E}"/>
          </ac:spMkLst>
        </pc:sp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1013763228" sldId="2147483649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1013763228" sldId="2147483649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1013763228" sldId="2147483649"/>
              <ac:spMk id="3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43565579" sldId="2147483651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43565579" sldId="2147483651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43565579" sldId="2147483651"/>
              <ac:spMk id="3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2827819458" sldId="2147483652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827819458" sldId="2147483652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827819458" sldId="2147483652"/>
              <ac:spMk id="4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2291422755" sldId="2147483653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291422755" sldId="2147483653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291422755" sldId="2147483653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291422755" sldId="2147483653"/>
              <ac:spMk id="4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291422755" sldId="2147483653"/>
              <ac:spMk id="5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291422755" sldId="2147483653"/>
              <ac:spMk id="6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3973970131" sldId="2147483656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3973970131" sldId="2147483656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3973970131" sldId="2147483656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3973970131" sldId="2147483656"/>
              <ac:spMk id="4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4000871496" sldId="2147483657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4000871496" sldId="2147483657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4000871496" sldId="2147483657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4000871496" sldId="2147483657"/>
              <ac:spMk id="4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29CA5516-B444-46FE-B372-2B226B5289A4}" dt="2024-11-15T13:07:16.754" v="1"/>
          <pc:sldLayoutMkLst>
            <pc:docMk/>
            <pc:sldMasterMk cId="0" sldId="2147483648"/>
            <pc:sldLayoutMk cId="2579346211" sldId="2147483659"/>
          </pc:sldLayoutMkLst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579346211" sldId="2147483659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29CA5516-B444-46FE-B372-2B226B5289A4}" dt="2024-11-15T13:07:16.754" v="1"/>
            <ac:spMkLst>
              <pc:docMk/>
              <pc:sldMasterMk cId="0" sldId="2147483648"/>
              <pc:sldLayoutMk cId="2579346211" sldId="2147483659"/>
              <ac:spMk id="3" creationId="{00000000-0000-0000-0000-000000000000}"/>
            </ac:spMkLst>
          </pc:spChg>
        </pc:sldLayoutChg>
      </pc:sldMasterChg>
    </pc:docChg>
  </pc:docChgLst>
  <pc:docChgLst>
    <pc:chgData name="Owen Michael Thompson" userId="S::owenmt@bgsu.edu::cfdad92b-23b5-4f7e-b916-ced305790153" providerId="AD" clId="Web-{3E653181-E518-EE41-C3A1-8081A5B2BB24}"/>
    <pc:docChg chg="modSld">
      <pc:chgData name="Owen Michael Thompson" userId="S::owenmt@bgsu.edu::cfdad92b-23b5-4f7e-b916-ced305790153" providerId="AD" clId="Web-{3E653181-E518-EE41-C3A1-8081A5B2BB24}" dt="2025-04-12T18:00:30.697" v="38" actId="14100"/>
      <pc:docMkLst>
        <pc:docMk/>
      </pc:docMkLst>
      <pc:sldChg chg="addSp modSp">
        <pc:chgData name="Owen Michael Thompson" userId="S::owenmt@bgsu.edu::cfdad92b-23b5-4f7e-b916-ced305790153" providerId="AD" clId="Web-{3E653181-E518-EE41-C3A1-8081A5B2BB24}" dt="2025-04-12T18:00:30.697" v="38" actId="14100"/>
        <pc:sldMkLst>
          <pc:docMk/>
          <pc:sldMk cId="3531817014" sldId="257"/>
        </pc:sldMkLst>
        <pc:spChg chg="mod">
          <ac:chgData name="Owen Michael Thompson" userId="S::owenmt@bgsu.edu::cfdad92b-23b5-4f7e-b916-ced305790153" providerId="AD" clId="Web-{3E653181-E518-EE41-C3A1-8081A5B2BB24}" dt="2025-04-12T17:59:12.884" v="33" actId="20577"/>
          <ac:spMkLst>
            <pc:docMk/>
            <pc:sldMk cId="3531817014" sldId="257"/>
            <ac:spMk id="2" creationId="{DCFA9FEE-8D4E-A591-CA5E-7AFC7A209190}"/>
          </ac:spMkLst>
        </pc:spChg>
        <pc:picChg chg="add mod">
          <ac:chgData name="Owen Michael Thompson" userId="S::owenmt@bgsu.edu::cfdad92b-23b5-4f7e-b916-ced305790153" providerId="AD" clId="Web-{3E653181-E518-EE41-C3A1-8081A5B2BB24}" dt="2025-04-12T18:00:30.697" v="38" actId="14100"/>
          <ac:picMkLst>
            <pc:docMk/>
            <pc:sldMk cId="3531817014" sldId="257"/>
            <ac:picMk id="9" creationId="{49736431-6AE7-4080-35CC-3ACFD6799E0E}"/>
          </ac:picMkLst>
        </pc:picChg>
        <pc:picChg chg="mod">
          <ac:chgData name="Owen Michael Thompson" userId="S::owenmt@bgsu.edu::cfdad92b-23b5-4f7e-b916-ced305790153" providerId="AD" clId="Web-{3E653181-E518-EE41-C3A1-8081A5B2BB24}" dt="2025-04-12T17:58:34.149" v="24" actId="14100"/>
          <ac:picMkLst>
            <pc:docMk/>
            <pc:sldMk cId="3531817014" sldId="257"/>
            <ac:picMk id="28" creationId="{A9F8526F-8656-CD5D-B24B-53101F7B7358}"/>
          </ac:picMkLst>
        </pc:picChg>
        <pc:picChg chg="mod">
          <ac:chgData name="Owen Michael Thompson" userId="S::owenmt@bgsu.edu::cfdad92b-23b5-4f7e-b916-ced305790153" providerId="AD" clId="Web-{3E653181-E518-EE41-C3A1-8081A5B2BB24}" dt="2025-04-12T17:58:31.118" v="23" actId="14100"/>
          <ac:picMkLst>
            <pc:docMk/>
            <pc:sldMk cId="3531817014" sldId="257"/>
            <ac:picMk id="3078" creationId="{D414772E-614C-C824-438C-924E7FD4C422}"/>
          </ac:picMkLst>
        </pc:picChg>
      </pc:sldChg>
    </pc:docChg>
  </pc:docChgLst>
  <pc:docChgLst>
    <pc:chgData name="Sonia Mary Chacko" userId="32e961e1-0271-40b4-863b-f84f448e7456" providerId="ADAL" clId="{13F7E020-7F3A-4951-862F-99A284DB6770}"/>
    <pc:docChg chg="undo custSel modSld modMainMaster">
      <pc:chgData name="Sonia Mary Chacko" userId="32e961e1-0271-40b4-863b-f84f448e7456" providerId="ADAL" clId="{13F7E020-7F3A-4951-862F-99A284DB6770}" dt="2025-03-31T15:36:23.113" v="291" actId="20577"/>
      <pc:docMkLst>
        <pc:docMk/>
      </pc:docMkLst>
      <pc:sldChg chg="addSp delSp modSp mod setBg">
        <pc:chgData name="Sonia Mary Chacko" userId="32e961e1-0271-40b4-863b-f84f448e7456" providerId="ADAL" clId="{13F7E020-7F3A-4951-862F-99A284DB6770}" dt="2025-03-31T15:36:23.113" v="291" actId="20577"/>
        <pc:sldMkLst>
          <pc:docMk/>
          <pc:sldMk cId="3531817014" sldId="257"/>
        </pc:sldMkLst>
        <pc:spChg chg="mod">
          <ac:chgData name="Sonia Mary Chacko" userId="32e961e1-0271-40b4-863b-f84f448e7456" providerId="ADAL" clId="{13F7E020-7F3A-4951-862F-99A284DB6770}" dt="2025-03-31T15:36:23.113" v="291" actId="20577"/>
          <ac:spMkLst>
            <pc:docMk/>
            <pc:sldMk cId="3531817014" sldId="257"/>
            <ac:spMk id="2" creationId="{DCFA9FEE-8D4E-A591-CA5E-7AFC7A209190}"/>
          </ac:spMkLst>
        </pc:spChg>
        <pc:spChg chg="add mod">
          <ac:chgData name="Sonia Mary Chacko" userId="32e961e1-0271-40b4-863b-f84f448e7456" providerId="ADAL" clId="{13F7E020-7F3A-4951-862F-99A284DB6770}" dt="2025-03-31T15:33:47.416" v="259" actId="553"/>
          <ac:spMkLst>
            <pc:docMk/>
            <pc:sldMk cId="3531817014" sldId="257"/>
            <ac:spMk id="3" creationId="{2322E805-983F-9253-3B0A-5F5DDC88459B}"/>
          </ac:spMkLst>
        </pc:spChg>
        <pc:spChg chg="mod">
          <ac:chgData name="Sonia Mary Chacko" userId="32e961e1-0271-40b4-863b-f84f448e7456" providerId="ADAL" clId="{13F7E020-7F3A-4951-862F-99A284DB6770}" dt="2025-03-31T15:33:30.864" v="256" actId="1076"/>
          <ac:spMkLst>
            <pc:docMk/>
            <pc:sldMk cId="3531817014" sldId="257"/>
            <ac:spMk id="4" creationId="{62EEC462-7E7D-DFDA-F112-4B94BF86D32E}"/>
          </ac:spMkLst>
        </pc:spChg>
        <pc:spChg chg="mod">
          <ac:chgData name="Sonia Mary Chacko" userId="32e961e1-0271-40b4-863b-f84f448e7456" providerId="ADAL" clId="{13F7E020-7F3A-4951-862F-99A284DB6770}" dt="2025-03-31T15:34:41.599" v="267" actId="1076"/>
          <ac:spMkLst>
            <pc:docMk/>
            <pc:sldMk cId="3531817014" sldId="257"/>
            <ac:spMk id="5" creationId="{4F2B0B02-87E5-E2AF-952D-6C0078B64E22}"/>
          </ac:spMkLst>
        </pc:spChg>
        <pc:spChg chg="mod">
          <ac:chgData name="Sonia Mary Chacko" userId="32e961e1-0271-40b4-863b-f84f448e7456" providerId="ADAL" clId="{13F7E020-7F3A-4951-862F-99A284DB6770}" dt="2025-03-31T15:34:27.876" v="264" actId="1076"/>
          <ac:spMkLst>
            <pc:docMk/>
            <pc:sldMk cId="3531817014" sldId="257"/>
            <ac:spMk id="6" creationId="{636398ED-1B1B-341D-5D77-5F757E2670BA}"/>
          </ac:spMkLst>
        </pc:spChg>
        <pc:spChg chg="mod">
          <ac:chgData name="Sonia Mary Chacko" userId="32e961e1-0271-40b4-863b-f84f448e7456" providerId="ADAL" clId="{13F7E020-7F3A-4951-862F-99A284DB6770}" dt="2025-03-31T15:33:47.416" v="259" actId="553"/>
          <ac:spMkLst>
            <pc:docMk/>
            <pc:sldMk cId="3531817014" sldId="257"/>
            <ac:spMk id="7" creationId="{41256205-A9B0-3314-1DF2-23A5BFFF9107}"/>
          </ac:spMkLst>
        </pc:spChg>
        <pc:spChg chg="mod">
          <ac:chgData name="Sonia Mary Chacko" userId="32e961e1-0271-40b4-863b-f84f448e7456" providerId="ADAL" clId="{13F7E020-7F3A-4951-862F-99A284DB6770}" dt="2025-03-31T15:34:20.436" v="263" actId="553"/>
          <ac:spMkLst>
            <pc:docMk/>
            <pc:sldMk cId="3531817014" sldId="257"/>
            <ac:spMk id="8" creationId="{07E0BC13-539E-376D-6221-DC8776ACA92F}"/>
          </ac:spMkLst>
        </pc:spChg>
        <pc:spChg chg="del mod">
          <ac:chgData name="Sonia Mary Chacko" userId="32e961e1-0271-40b4-863b-f84f448e7456" providerId="ADAL" clId="{13F7E020-7F3A-4951-862F-99A284DB6770}" dt="2025-03-31T15:25:57.150" v="121" actId="21"/>
          <ac:spMkLst>
            <pc:docMk/>
            <pc:sldMk cId="3531817014" sldId="257"/>
            <ac:spMk id="9" creationId="{F0DE80D1-49BE-1DB9-57E3-4D844F5E563E}"/>
          </ac:spMkLst>
        </pc:spChg>
        <pc:spChg chg="del mod">
          <ac:chgData name="Sonia Mary Chacko" userId="32e961e1-0271-40b4-863b-f84f448e7456" providerId="ADAL" clId="{13F7E020-7F3A-4951-862F-99A284DB6770}" dt="2025-03-31T15:16:43.932" v="31" actId="21"/>
          <ac:spMkLst>
            <pc:docMk/>
            <pc:sldMk cId="3531817014" sldId="257"/>
            <ac:spMk id="10" creationId="{71B5E8F5-0204-68C5-8367-E0A87B916B24}"/>
          </ac:spMkLst>
        </pc:spChg>
        <pc:spChg chg="del mod">
          <ac:chgData name="Sonia Mary Chacko" userId="32e961e1-0271-40b4-863b-f84f448e7456" providerId="ADAL" clId="{13F7E020-7F3A-4951-862F-99A284DB6770}" dt="2025-03-31T15:18:00.706" v="60" actId="21"/>
          <ac:spMkLst>
            <pc:docMk/>
            <pc:sldMk cId="3531817014" sldId="257"/>
            <ac:spMk id="11" creationId="{370C77B2-6C88-9C71-7BB3-FBABF6DDFBEA}"/>
          </ac:spMkLst>
        </pc:spChg>
        <pc:spChg chg="del mod">
          <ac:chgData name="Sonia Mary Chacko" userId="32e961e1-0271-40b4-863b-f84f448e7456" providerId="ADAL" clId="{13F7E020-7F3A-4951-862F-99A284DB6770}" dt="2025-03-31T15:18:18.858" v="67" actId="21"/>
          <ac:spMkLst>
            <pc:docMk/>
            <pc:sldMk cId="3531817014" sldId="257"/>
            <ac:spMk id="12" creationId="{7B33E45B-5D86-A98F-E55B-EE0C0F4FAFAC}"/>
          </ac:spMkLst>
        </pc:spChg>
        <pc:spChg chg="del mod">
          <ac:chgData name="Sonia Mary Chacko" userId="32e961e1-0271-40b4-863b-f84f448e7456" providerId="ADAL" clId="{13F7E020-7F3A-4951-862F-99A284DB6770}" dt="2025-03-31T15:30:28.025" v="211" actId="21"/>
          <ac:spMkLst>
            <pc:docMk/>
            <pc:sldMk cId="3531817014" sldId="257"/>
            <ac:spMk id="13" creationId="{D8A73673-DAB0-6C9B-AC2F-976E6B712EC8}"/>
          </ac:spMkLst>
        </pc:spChg>
        <pc:spChg chg="mod">
          <ac:chgData name="Sonia Mary Chacko" userId="32e961e1-0271-40b4-863b-f84f448e7456" providerId="ADAL" clId="{13F7E020-7F3A-4951-862F-99A284DB6770}" dt="2025-03-31T15:33:53.603" v="260" actId="553"/>
          <ac:spMkLst>
            <pc:docMk/>
            <pc:sldMk cId="3531817014" sldId="257"/>
            <ac:spMk id="14" creationId="{B3F2B393-920F-D261-A387-10282A2EA52A}"/>
          </ac:spMkLst>
        </pc:spChg>
        <pc:spChg chg="del mod">
          <ac:chgData name="Sonia Mary Chacko" userId="32e961e1-0271-40b4-863b-f84f448e7456" providerId="ADAL" clId="{13F7E020-7F3A-4951-862F-99A284DB6770}" dt="2025-03-31T15:15:38.338" v="11" actId="478"/>
          <ac:spMkLst>
            <pc:docMk/>
            <pc:sldMk cId="3531817014" sldId="257"/>
            <ac:spMk id="15" creationId="{4D637DEB-C54A-C5A1-AF67-8603FB45AFA8}"/>
          </ac:spMkLst>
        </pc:spChg>
        <pc:spChg chg="mod">
          <ac:chgData name="Sonia Mary Chacko" userId="32e961e1-0271-40b4-863b-f84f448e7456" providerId="ADAL" clId="{13F7E020-7F3A-4951-862F-99A284DB6770}" dt="2025-03-31T15:32:47.790" v="251" actId="12789"/>
          <ac:spMkLst>
            <pc:docMk/>
            <pc:sldMk cId="3531817014" sldId="257"/>
            <ac:spMk id="16" creationId="{7AA9A01D-F93E-206C-2E7F-56E3E371BD3C}"/>
          </ac:spMkLst>
        </pc:spChg>
        <pc:spChg chg="mod">
          <ac:chgData name="Sonia Mary Chacko" userId="32e961e1-0271-40b4-863b-f84f448e7456" providerId="ADAL" clId="{13F7E020-7F3A-4951-862F-99A284DB6770}" dt="2025-03-31T15:34:02.443" v="261" actId="14100"/>
          <ac:spMkLst>
            <pc:docMk/>
            <pc:sldMk cId="3531817014" sldId="257"/>
            <ac:spMk id="17" creationId="{C7540361-BB1D-1F97-AD38-28C1AA546DA4}"/>
          </ac:spMkLst>
        </pc:spChg>
        <pc:spChg chg="add mod">
          <ac:chgData name="Sonia Mary Chacko" userId="32e961e1-0271-40b4-863b-f84f448e7456" providerId="ADAL" clId="{13F7E020-7F3A-4951-862F-99A284DB6770}" dt="2025-03-31T15:32:47.790" v="251" actId="12789"/>
          <ac:spMkLst>
            <pc:docMk/>
            <pc:sldMk cId="3531817014" sldId="257"/>
            <ac:spMk id="18" creationId="{71B5E8F5-0204-68C5-8367-E0A87B916B24}"/>
          </ac:spMkLst>
        </pc:spChg>
        <pc:spChg chg="mod">
          <ac:chgData name="Sonia Mary Chacko" userId="32e961e1-0271-40b4-863b-f84f448e7456" providerId="ADAL" clId="{13F7E020-7F3A-4951-862F-99A284DB6770}" dt="2025-03-31T15:34:31.189" v="265" actId="14100"/>
          <ac:spMkLst>
            <pc:docMk/>
            <pc:sldMk cId="3531817014" sldId="257"/>
            <ac:spMk id="19" creationId="{55D80D3B-B48E-B2C9-F144-96673EADEE9C}"/>
          </ac:spMkLst>
        </pc:spChg>
        <pc:spChg chg="mod">
          <ac:chgData name="Sonia Mary Chacko" userId="32e961e1-0271-40b4-863b-f84f448e7456" providerId="ADAL" clId="{13F7E020-7F3A-4951-862F-99A284DB6770}" dt="2025-03-31T15:34:37.938" v="266" actId="1076"/>
          <ac:spMkLst>
            <pc:docMk/>
            <pc:sldMk cId="3531817014" sldId="257"/>
            <ac:spMk id="20" creationId="{085BEEBA-5CDB-2CD7-06AC-21DFBE193CBF}"/>
          </ac:spMkLst>
        </pc:spChg>
        <pc:spChg chg="mod">
          <ac:chgData name="Sonia Mary Chacko" userId="32e961e1-0271-40b4-863b-f84f448e7456" providerId="ADAL" clId="{13F7E020-7F3A-4951-862F-99A284DB6770}" dt="2025-03-31T15:33:53.603" v="260" actId="553"/>
          <ac:spMkLst>
            <pc:docMk/>
            <pc:sldMk cId="3531817014" sldId="257"/>
            <ac:spMk id="21" creationId="{C8443A62-DD12-B4DF-3D4D-DF311ABE0DCB}"/>
          </ac:spMkLst>
        </pc:spChg>
        <pc:spChg chg="mod">
          <ac:chgData name="Sonia Mary Chacko" userId="32e961e1-0271-40b4-863b-f84f448e7456" providerId="ADAL" clId="{13F7E020-7F3A-4951-862F-99A284DB6770}" dt="2025-03-31T15:35:01.622" v="271" actId="1076"/>
          <ac:spMkLst>
            <pc:docMk/>
            <pc:sldMk cId="3531817014" sldId="257"/>
            <ac:spMk id="22" creationId="{02D32A73-8566-BD19-AA5F-CF4418B1357A}"/>
          </ac:spMkLst>
        </pc:spChg>
        <pc:spChg chg="add mod">
          <ac:chgData name="Sonia Mary Chacko" userId="32e961e1-0271-40b4-863b-f84f448e7456" providerId="ADAL" clId="{13F7E020-7F3A-4951-862F-99A284DB6770}" dt="2025-03-31T15:32:47.790" v="251" actId="12789"/>
          <ac:spMkLst>
            <pc:docMk/>
            <pc:sldMk cId="3531817014" sldId="257"/>
            <ac:spMk id="23" creationId="{370C77B2-6C88-9C71-7BB3-FBABF6DDFBEA}"/>
          </ac:spMkLst>
        </pc:spChg>
        <pc:spChg chg="add mod">
          <ac:chgData name="Sonia Mary Chacko" userId="32e961e1-0271-40b4-863b-f84f448e7456" providerId="ADAL" clId="{13F7E020-7F3A-4951-862F-99A284DB6770}" dt="2025-03-31T15:32:47.790" v="251" actId="12789"/>
          <ac:spMkLst>
            <pc:docMk/>
            <pc:sldMk cId="3531817014" sldId="257"/>
            <ac:spMk id="24" creationId="{7B33E45B-5D86-A98F-E55B-EE0C0F4FAFAC}"/>
          </ac:spMkLst>
        </pc:spChg>
        <pc:spChg chg="mod">
          <ac:chgData name="Sonia Mary Chacko" userId="32e961e1-0271-40b4-863b-f84f448e7456" providerId="ADAL" clId="{13F7E020-7F3A-4951-862F-99A284DB6770}" dt="2025-03-31T15:34:20.436" v="263" actId="553"/>
          <ac:spMkLst>
            <pc:docMk/>
            <pc:sldMk cId="3531817014" sldId="257"/>
            <ac:spMk id="25" creationId="{3BDD11BB-3B2D-4E34-784B-7827A6C68691}"/>
          </ac:spMkLst>
        </pc:spChg>
        <pc:spChg chg="mod">
          <ac:chgData name="Sonia Mary Chacko" userId="32e961e1-0271-40b4-863b-f84f448e7456" providerId="ADAL" clId="{13F7E020-7F3A-4951-862F-99A284DB6770}" dt="2025-03-31T15:34:11.261" v="262" actId="1076"/>
          <ac:spMkLst>
            <pc:docMk/>
            <pc:sldMk cId="3531817014" sldId="257"/>
            <ac:spMk id="26" creationId="{7973899A-7636-87C4-2A13-FF8D33D321F5}"/>
          </ac:spMkLst>
        </pc:spChg>
        <pc:spChg chg="add mod">
          <ac:chgData name="Sonia Mary Chacko" userId="32e961e1-0271-40b4-863b-f84f448e7456" providerId="ADAL" clId="{13F7E020-7F3A-4951-862F-99A284DB6770}" dt="2025-03-31T15:32:47.790" v="251" actId="12789"/>
          <ac:spMkLst>
            <pc:docMk/>
            <pc:sldMk cId="3531817014" sldId="257"/>
            <ac:spMk id="29" creationId="{F0DE80D1-49BE-1DB9-57E3-4D844F5E563E}"/>
          </ac:spMkLst>
        </pc:spChg>
        <pc:spChg chg="add mod">
          <ac:chgData name="Sonia Mary Chacko" userId="32e961e1-0271-40b4-863b-f84f448e7456" providerId="ADAL" clId="{13F7E020-7F3A-4951-862F-99A284DB6770}" dt="2025-03-31T15:27:51.373" v="139"/>
          <ac:spMkLst>
            <pc:docMk/>
            <pc:sldMk cId="3531817014" sldId="257"/>
            <ac:spMk id="30" creationId="{DFF09F48-EAC5-3505-59DE-BF90815721FC}"/>
          </ac:spMkLst>
        </pc:spChg>
        <pc:spChg chg="add mod">
          <ac:chgData name="Sonia Mary Chacko" userId="32e961e1-0271-40b4-863b-f84f448e7456" providerId="ADAL" clId="{13F7E020-7F3A-4951-862F-99A284DB6770}" dt="2025-03-31T15:34:54.379" v="270" actId="14100"/>
          <ac:spMkLst>
            <pc:docMk/>
            <pc:sldMk cId="3531817014" sldId="257"/>
            <ac:spMk id="31" creationId="{33C7406B-2A4D-9D5D-812A-3F4DC5137EC4}"/>
          </ac:spMkLst>
        </pc:spChg>
        <pc:spChg chg="add mod">
          <ac:chgData name="Sonia Mary Chacko" userId="32e961e1-0271-40b4-863b-f84f448e7456" providerId="ADAL" clId="{13F7E020-7F3A-4951-862F-99A284DB6770}" dt="2025-03-31T15:34:49.811" v="269" actId="14100"/>
          <ac:spMkLst>
            <pc:docMk/>
            <pc:sldMk cId="3531817014" sldId="257"/>
            <ac:spMk id="32" creationId="{69FF1C72-F5A1-A64F-C5A6-937B4CA2462B}"/>
          </ac:spMkLst>
        </pc:spChg>
        <pc:spChg chg="add mod">
          <ac:chgData name="Sonia Mary Chacko" userId="32e961e1-0271-40b4-863b-f84f448e7456" providerId="ADAL" clId="{13F7E020-7F3A-4951-862F-99A284DB6770}" dt="2025-03-31T15:32:47.790" v="251" actId="12789"/>
          <ac:spMkLst>
            <pc:docMk/>
            <pc:sldMk cId="3531817014" sldId="257"/>
            <ac:spMk id="33" creationId="{D8A73673-DAB0-6C9B-AC2F-976E6B712EC8}"/>
          </ac:spMkLst>
        </pc:spChg>
        <pc:picChg chg="add mod">
          <ac:chgData name="Sonia Mary Chacko" userId="32e961e1-0271-40b4-863b-f84f448e7456" providerId="ADAL" clId="{13F7E020-7F3A-4951-862F-99A284DB6770}" dt="2025-03-31T15:35:45.735" v="275" actId="1076"/>
          <ac:picMkLst>
            <pc:docMk/>
            <pc:sldMk cId="3531817014" sldId="257"/>
            <ac:picMk id="28" creationId="{A9F8526F-8656-CD5D-B24B-53101F7B7358}"/>
          </ac:picMkLst>
        </pc:picChg>
        <pc:picChg chg="add del mod">
          <ac:chgData name="Sonia Mary Chacko" userId="32e961e1-0271-40b4-863b-f84f448e7456" providerId="ADAL" clId="{13F7E020-7F3A-4951-862F-99A284DB6770}" dt="2025-03-31T15:24:08.629" v="111" actId="478"/>
          <ac:picMkLst>
            <pc:docMk/>
            <pc:sldMk cId="3531817014" sldId="257"/>
            <ac:picMk id="3074" creationId="{29373B40-87B2-2B35-AB83-BB9DB4C2765A}"/>
          </ac:picMkLst>
        </pc:picChg>
        <pc:picChg chg="mod">
          <ac:chgData name="Sonia Mary Chacko" userId="32e961e1-0271-40b4-863b-f84f448e7456" providerId="ADAL" clId="{13F7E020-7F3A-4951-862F-99A284DB6770}" dt="2025-03-31T15:21:25.434" v="101" actId="14100"/>
          <ac:picMkLst>
            <pc:docMk/>
            <pc:sldMk cId="3531817014" sldId="257"/>
            <ac:picMk id="3078" creationId="{D414772E-614C-C824-438C-924E7FD4C422}"/>
          </ac:picMkLst>
        </pc:picChg>
      </pc:sldChg>
      <pc:sldMasterChg chg="modSp modSldLayout">
        <pc:chgData name="Sonia Mary Chacko" userId="32e961e1-0271-40b4-863b-f84f448e7456" providerId="ADAL" clId="{13F7E020-7F3A-4951-862F-99A284DB6770}" dt="2025-03-31T15:12:55.920" v="0"/>
        <pc:sldMasterMkLst>
          <pc:docMk/>
          <pc:sldMasterMk cId="0" sldId="2147483648"/>
        </pc:sldMasterMkLst>
        <pc:spChg chg="mod">
          <ac:chgData name="Sonia Mary Chacko" userId="32e961e1-0271-40b4-863b-f84f448e7456" providerId="ADAL" clId="{13F7E020-7F3A-4951-862F-99A284DB6770}" dt="2025-03-31T15:12:55.920" v="0"/>
          <ac:spMkLst>
            <pc:docMk/>
            <pc:sldMasterMk cId="0" sldId="2147483648"/>
            <ac:spMk id="1026" creationId="{33E4D641-53D2-572A-0EE3-2DBDBFDE3D3A}"/>
          </ac:spMkLst>
        </pc:spChg>
        <pc:spChg chg="mod">
          <ac:chgData name="Sonia Mary Chacko" userId="32e961e1-0271-40b4-863b-f84f448e7456" providerId="ADAL" clId="{13F7E020-7F3A-4951-862F-99A284DB6770}" dt="2025-03-31T15:12:55.920" v="0"/>
          <ac:spMkLst>
            <pc:docMk/>
            <pc:sldMasterMk cId="0" sldId="2147483648"/>
            <ac:spMk id="1027" creationId="{78CF78EC-9ABE-F290-6297-F804D759E701}"/>
          </ac:spMkLst>
        </pc:spChg>
        <pc:spChg chg="mod">
          <ac:chgData name="Sonia Mary Chacko" userId="32e961e1-0271-40b4-863b-f84f448e7456" providerId="ADAL" clId="{13F7E020-7F3A-4951-862F-99A284DB6770}" dt="2025-03-31T15:12:55.920" v="0"/>
          <ac:spMkLst>
            <pc:docMk/>
            <pc:sldMasterMk cId="0" sldId="2147483648"/>
            <ac:spMk id="1028" creationId="{C97AD19E-63A9-0523-6056-78414D422944}"/>
          </ac:spMkLst>
        </pc:spChg>
        <pc:spChg chg="mod">
          <ac:chgData name="Sonia Mary Chacko" userId="32e961e1-0271-40b4-863b-f84f448e7456" providerId="ADAL" clId="{13F7E020-7F3A-4951-862F-99A284DB6770}" dt="2025-03-31T15:12:55.920" v="0"/>
          <ac:spMkLst>
            <pc:docMk/>
            <pc:sldMasterMk cId="0" sldId="2147483648"/>
            <ac:spMk id="1029" creationId="{974A5772-5BD7-1CCC-B47F-8E267CBD3E47}"/>
          </ac:spMkLst>
        </pc:spChg>
        <pc:spChg chg="mod">
          <ac:chgData name="Sonia Mary Chacko" userId="32e961e1-0271-40b4-863b-f84f448e7456" providerId="ADAL" clId="{13F7E020-7F3A-4951-862F-99A284DB6770}" dt="2025-03-31T15:12:55.920" v="0"/>
          <ac:spMkLst>
            <pc:docMk/>
            <pc:sldMasterMk cId="0" sldId="2147483648"/>
            <ac:spMk id="1030" creationId="{EFF9B717-B5E3-D7D3-F7B1-51F594F6BB0E}"/>
          </ac:spMkLst>
        </pc:sp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1013763228" sldId="2147483649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1013763228" sldId="2147483649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1013763228" sldId="2147483649"/>
              <ac:spMk id="3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43565579" sldId="2147483651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43565579" sldId="2147483651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43565579" sldId="2147483651"/>
              <ac:spMk id="3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2827819458" sldId="2147483652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827819458" sldId="2147483652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827819458" sldId="2147483652"/>
              <ac:spMk id="4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2291422755" sldId="2147483653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291422755" sldId="2147483653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291422755" sldId="2147483653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291422755" sldId="2147483653"/>
              <ac:spMk id="4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291422755" sldId="2147483653"/>
              <ac:spMk id="5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291422755" sldId="2147483653"/>
              <ac:spMk id="6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3973970131" sldId="2147483656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3973970131" sldId="2147483656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3973970131" sldId="2147483656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3973970131" sldId="2147483656"/>
              <ac:spMk id="4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4000871496" sldId="2147483657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4000871496" sldId="2147483657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4000871496" sldId="2147483657"/>
              <ac:spMk id="3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4000871496" sldId="2147483657"/>
              <ac:spMk id="4" creationId="{00000000-0000-0000-0000-000000000000}"/>
            </ac:spMkLst>
          </pc:spChg>
        </pc:sldLayoutChg>
        <pc:sldLayoutChg chg="modSp">
          <pc:chgData name="Sonia Mary Chacko" userId="32e961e1-0271-40b4-863b-f84f448e7456" providerId="ADAL" clId="{13F7E020-7F3A-4951-862F-99A284DB6770}" dt="2025-03-31T15:12:55.920" v="0"/>
          <pc:sldLayoutMkLst>
            <pc:docMk/>
            <pc:sldMasterMk cId="0" sldId="2147483648"/>
            <pc:sldLayoutMk cId="2579346211" sldId="2147483659"/>
          </pc:sldLayoutMkLst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579346211" sldId="2147483659"/>
              <ac:spMk id="2" creationId="{00000000-0000-0000-0000-000000000000}"/>
            </ac:spMkLst>
          </pc:spChg>
          <pc:spChg chg="mod">
            <ac:chgData name="Sonia Mary Chacko" userId="32e961e1-0271-40b4-863b-f84f448e7456" providerId="ADAL" clId="{13F7E020-7F3A-4951-862F-99A284DB6770}" dt="2025-03-31T15:12:55.920" v="0"/>
            <ac:spMkLst>
              <pc:docMk/>
              <pc:sldMasterMk cId="0" sldId="2147483648"/>
              <pc:sldLayoutMk cId="2579346211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3591562"/>
            <a:ext cx="2642616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11526522"/>
            <a:ext cx="233172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F82D-3616-4467-A056-E894D57350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05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119C6-817E-4242-83A3-C8FC571DD82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680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219" y="5471167"/>
            <a:ext cx="2681478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219" y="14686287"/>
            <a:ext cx="2681478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92726-DD1F-4C44-94D0-F43B3C6AC18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54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410" y="5842000"/>
            <a:ext cx="1321308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9110" y="5842000"/>
            <a:ext cx="1321308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C27BE-A5E0-47D6-A899-CADB1153DCD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8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59" y="1168405"/>
            <a:ext cx="26814780" cy="42418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463" y="5379722"/>
            <a:ext cx="13152356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463" y="8016240"/>
            <a:ext cx="13152356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9112" y="5379722"/>
            <a:ext cx="13217129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9112" y="8016240"/>
            <a:ext cx="13217129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365-3921-44D2-91EA-BF09235FA2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66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B8FBB-A22D-48A9-86F8-F488C1EC41E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68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FCE1-1DB8-4EE9-BEDE-5D17530D2F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85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1463040"/>
            <a:ext cx="10027205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7129" y="3159765"/>
            <a:ext cx="1573911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6583680"/>
            <a:ext cx="10027205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9969-BE9E-4688-B55A-CB6B14DF542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38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1463040"/>
            <a:ext cx="10027205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7129" y="3159765"/>
            <a:ext cx="1573911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6583680"/>
            <a:ext cx="10027205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827FB-9D8C-4C8F-AA33-59014C04D84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32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3B6C8-5DF7-4ECA-B705-5E5573EEC4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309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8497" y="1168400"/>
            <a:ext cx="6703695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7412" y="1168400"/>
            <a:ext cx="19722465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11DE4-35AF-4E00-85A0-B84C18D78EE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296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7410" y="1168405"/>
            <a:ext cx="2681478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7410" y="5842000"/>
            <a:ext cx="2681478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7410" y="20340325"/>
            <a:ext cx="69951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8430" y="20340325"/>
            <a:ext cx="104927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7030" y="20340325"/>
            <a:ext cx="69951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495AE-97DF-403D-B20F-BDC3AFF068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9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FA9FEE-8D4E-A591-CA5E-7AFC7A20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585" y="122228"/>
            <a:ext cx="22455640" cy="3634636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 lIns="73147" tIns="36574" rIns="73147" bIns="36574" anchor="ctr"/>
          <a:lstStyle>
            <a:defPPr>
              <a:defRPr kern="1200"/>
            </a:defPPr>
          </a:lstStyle>
          <a:p>
            <a:pPr algn="ctr"/>
            <a:r>
              <a:rPr lang="en-US" sz="8000" b="1">
                <a:latin typeface="Quattrocento"/>
              </a:rPr>
              <a:t>Pinnacle Plastics: Facility Layout Redesign</a:t>
            </a:r>
            <a:br>
              <a:rPr lang="en-US" sz="5650" b="1">
                <a:latin typeface="Quattrocento" panose="02020802030000000404" pitchFamily="18" charset="0"/>
              </a:rPr>
            </a:br>
            <a:r>
              <a:rPr lang="en-US" sz="5500">
                <a:latin typeface="Quattrocento"/>
              </a:rPr>
              <a:t>Owen Thompson and Will Clouse</a:t>
            </a:r>
            <a:endParaRPr lang="en-US" sz="5000">
              <a:latin typeface="Quattrocento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2EEC462-7E7D-DFDA-F112-4B94BF86D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892" y="4579402"/>
            <a:ext cx="7045243" cy="605547"/>
          </a:xfrm>
          <a:prstGeom prst="round2DiagRect">
            <a:avLst>
              <a:gd name="adj1" fmla="val 30177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Methodology and Implementation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4F2B0B02-87E5-E2AF-952D-6C0078B64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2283" y="4576145"/>
            <a:ext cx="6469404" cy="582201"/>
          </a:xfrm>
          <a:prstGeom prst="round2DiagRect">
            <a:avLst>
              <a:gd name="adj1" fmla="val 30177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Results and Discussion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36398ED-1B1B-341D-5D77-5F757E267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4355" y="4560967"/>
            <a:ext cx="6730998" cy="623968"/>
          </a:xfrm>
          <a:prstGeom prst="round2DiagRect">
            <a:avLst>
              <a:gd name="adj1" fmla="val 30178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Conclusion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1256205-A9B0-3314-1DF2-23A5BFFF9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24" y="12103510"/>
            <a:ext cx="7054335" cy="558855"/>
          </a:xfrm>
          <a:prstGeom prst="round2DiagRect">
            <a:avLst>
              <a:gd name="adj1" fmla="val 30178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B3F2B393-920F-D261-A387-10282A2EA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888" y="5430606"/>
            <a:ext cx="6823710" cy="6077146"/>
          </a:xfrm>
          <a:prstGeom prst="round2DiagRect">
            <a:avLst>
              <a:gd name="adj1" fmla="val 6827"/>
              <a:gd name="adj2" fmla="val 1130"/>
            </a:avLst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t" anchorCtr="0">
            <a:normAutofit/>
          </a:bodyPr>
          <a:lstStyle>
            <a:defPPr>
              <a:defRPr kern="1200"/>
            </a:defPPr>
          </a:lstStyle>
          <a:p>
            <a:pPr marL="342900" indent="-342900" defTabSz="3135215">
              <a:buFont typeface="Arial"/>
              <a:buChar char="•"/>
              <a:defRPr/>
            </a:pPr>
            <a:endParaRPr lang="en-US" sz="2000">
              <a:noFill/>
              <a:latin typeface="Quattrocento"/>
            </a:endParaRP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C7540361-BB1D-1F97-AD38-28C1AA546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1604" y="5474543"/>
            <a:ext cx="7074150" cy="15737809"/>
          </a:xfrm>
          <a:prstGeom prst="round2DiagRect">
            <a:avLst>
              <a:gd name="adj1" fmla="val 6827"/>
              <a:gd name="adj2" fmla="val 3468"/>
            </a:avLst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t" anchorCtr="0">
            <a:normAutofit/>
          </a:bodyPr>
          <a:lstStyle>
            <a:defPPr>
              <a:defRPr kern="1200"/>
            </a:defPPr>
          </a:lstStyle>
          <a:p>
            <a:pPr defTabSz="3135215"/>
            <a:endParaRPr lang="en-US" sz="2400" b="1">
              <a:noFill/>
              <a:latin typeface="Quattrocento"/>
              <a:ea typeface="Calibri"/>
              <a:cs typeface="Calibri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55D80D3B-B48E-B2C9-F144-96673EADE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4355" y="5430605"/>
            <a:ext cx="6730998" cy="4325087"/>
          </a:xfrm>
          <a:prstGeom prst="round2DiagRect">
            <a:avLst>
              <a:gd name="adj1" fmla="val 6827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t" anchorCtr="0"/>
          <a:lstStyle>
            <a:defPPr>
              <a:defRPr kern="1200"/>
            </a:defPPr>
          </a:lstStyle>
          <a:p>
            <a:pPr defTabSz="3135215"/>
            <a:endParaRPr lang="en-US" sz="2400" b="1" dirty="0">
              <a:noFill/>
              <a:latin typeface="Quattrocento"/>
            </a:endParaRP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085BEEBA-5CDB-2CD7-06AC-21DFBE193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2086" y="5418481"/>
            <a:ext cx="6518528" cy="7975569"/>
          </a:xfrm>
          <a:prstGeom prst="round2DiagRect">
            <a:avLst>
              <a:gd name="adj1" fmla="val 6827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t" anchorCtr="0"/>
          <a:lstStyle>
            <a:defPPr>
              <a:defRPr kern="1200"/>
            </a:defPPr>
          </a:lstStyle>
          <a:p>
            <a:pPr algn="ctr" defTabSz="3135215"/>
            <a:endParaRPr lang="en-US" sz="2400" b="1" dirty="0">
              <a:noFill/>
              <a:latin typeface="Quattrocento"/>
            </a:endParaRPr>
          </a:p>
          <a:p>
            <a:pPr marL="342900" indent="-342900" defTabSz="3135215">
              <a:buFont typeface="Arial"/>
              <a:buChar char="•"/>
            </a:pPr>
            <a:endParaRPr lang="en-US" sz="2400" dirty="0">
              <a:noFill/>
              <a:latin typeface="Quattrocento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C8443A62-DD12-B4DF-3D4D-DF311ABE0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90" y="12931273"/>
            <a:ext cx="6968068" cy="8257732"/>
          </a:xfrm>
          <a:prstGeom prst="round2DiagRect">
            <a:avLst>
              <a:gd name="adj1" fmla="val 6827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t" anchorCtr="0"/>
          <a:lstStyle>
            <a:defPPr>
              <a:defRPr kern="1200"/>
            </a:defPPr>
          </a:lstStyle>
          <a:p>
            <a:pPr defTabSz="3135215"/>
            <a:endParaRPr lang="en-US" sz="2400" b="1" dirty="0">
              <a:noFill/>
              <a:latin typeface="Quattrocento"/>
              <a:ea typeface="Calibri"/>
              <a:cs typeface="Calibri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02D32A73-8566-BD19-AA5F-CF4418B13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94199" y="10357790"/>
            <a:ext cx="6704227" cy="628893"/>
          </a:xfrm>
          <a:prstGeom prst="round2DiagRect">
            <a:avLst>
              <a:gd name="adj1" fmla="val 33555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Project Team</a:t>
            </a:r>
            <a:endParaRPr lang="en-US" sz="2400" b="1" dirty="0">
              <a:solidFill>
                <a:schemeClr val="bg1"/>
              </a:solidFill>
              <a:latin typeface="Quattrocento" panose="02020802030000000404" pitchFamily="18" charset="0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D414772E-614C-C824-438C-924E7FD4C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91" t="-244" r="-2301" b="-8883"/>
          <a:stretch/>
        </p:blipFill>
        <p:spPr bwMode="auto">
          <a:xfrm>
            <a:off x="816169" y="833418"/>
            <a:ext cx="6865539" cy="222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10">
            <a:extLst>
              <a:ext uri="{FF2B5EF4-FFF2-40B4-BE49-F238E27FC236}">
                <a16:creationId xmlns:a16="http://schemas.microsoft.com/office/drawing/2014/main" id="{3BDD11BB-3B2D-4E34-784B-7827A6C68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34641" y="17147492"/>
            <a:ext cx="6470822" cy="698932"/>
          </a:xfrm>
          <a:prstGeom prst="round2DiagRect">
            <a:avLst>
              <a:gd name="adj1" fmla="val 33555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Acknowledgements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7973899A-7636-87C4-2A13-FF8D33D32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233" y="18224150"/>
            <a:ext cx="6398083" cy="2867432"/>
          </a:xfrm>
          <a:prstGeom prst="round2DiagRect">
            <a:avLst>
              <a:gd name="adj1" fmla="val 6827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/>
            <a:r>
              <a:rPr lang="en-US" sz="2000" b="1" dirty="0">
                <a:latin typeface="Quattrocento"/>
              </a:rPr>
              <a:t>Industry Partner:</a:t>
            </a:r>
          </a:p>
          <a:p>
            <a:pPr defTabSz="3135215"/>
            <a:r>
              <a:rPr lang="en-US" sz="2000" dirty="0">
                <a:latin typeface="Quattrocento"/>
              </a:rPr>
              <a:t>Mr. Brian Hoffbauer, Pinnacle Plastic Products</a:t>
            </a:r>
            <a:r>
              <a:rPr lang="en-US" sz="2000" b="1" dirty="0">
                <a:latin typeface="Quattrocento"/>
              </a:rPr>
              <a:t>.</a:t>
            </a:r>
            <a:endParaRPr lang="en-US" sz="2000" b="1" dirty="0">
              <a:latin typeface="Quattrocento" panose="02020802030000000404" pitchFamily="18" charset="0"/>
            </a:endParaRPr>
          </a:p>
          <a:p>
            <a:pPr defTabSz="3135215"/>
            <a:endParaRPr lang="en-US" sz="2000" dirty="0">
              <a:latin typeface="Quattrocento" panose="02020802030000000404" pitchFamily="18" charset="0"/>
            </a:endParaRPr>
          </a:p>
          <a:p>
            <a:pPr defTabSz="3135215"/>
            <a:r>
              <a:rPr lang="en-US" sz="2000" b="1">
                <a:latin typeface="Quattrocento"/>
              </a:rPr>
              <a:t>BGSU Faculty</a:t>
            </a:r>
            <a:r>
              <a:rPr lang="en-US" sz="2000" b="1" dirty="0">
                <a:latin typeface="Quattrocento"/>
              </a:rPr>
              <a:t>:</a:t>
            </a:r>
          </a:p>
          <a:p>
            <a:pPr defTabSz="3135215"/>
            <a:r>
              <a:rPr lang="en-US" sz="2000" dirty="0">
                <a:latin typeface="Quattrocento"/>
              </a:rPr>
              <a:t>Dr. Sonia Chacko</a:t>
            </a:r>
            <a:endParaRPr lang="en-US" sz="2000" dirty="0">
              <a:latin typeface="Quattrocento" panose="02020802030000000404" pitchFamily="18" charset="0"/>
            </a:endParaRPr>
          </a:p>
          <a:p>
            <a:pPr defTabSz="3135215"/>
            <a:r>
              <a:rPr lang="en-US" sz="2000" dirty="0">
                <a:latin typeface="Quattrocento"/>
              </a:rPr>
              <a:t>Dr. MD Sarder</a:t>
            </a:r>
            <a:endParaRPr lang="en-US" sz="2000" dirty="0">
              <a:latin typeface="Quattrocento" panose="02020802030000000404" pitchFamily="18" charset="0"/>
            </a:endParaRPr>
          </a:p>
          <a:p>
            <a:pPr defTabSz="3135215"/>
            <a:r>
              <a:rPr lang="en-US" sz="2000" dirty="0">
                <a:latin typeface="Quattrocento"/>
              </a:rPr>
              <a:t>Dr. Imran Tusar</a:t>
            </a:r>
            <a:endParaRPr lang="en-US" sz="2000" dirty="0">
              <a:latin typeface="Quattrocento" panose="02020802030000000404" pitchFamily="18" charset="0"/>
            </a:endParaRPr>
          </a:p>
          <a:p>
            <a:pPr algn="ctr" defTabSz="3135215"/>
            <a:endParaRPr lang="en-US" sz="2400" b="1" dirty="0">
              <a:latin typeface="Quattrocento" panose="02020802030000000404" pitchFamily="18" charset="0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2322E805-983F-9253-3B0A-5F5DDC884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398" y="4560981"/>
            <a:ext cx="6881861" cy="623968"/>
          </a:xfrm>
          <a:prstGeom prst="round2DiagRect">
            <a:avLst>
              <a:gd name="adj1" fmla="val 30177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33C7406B-2A4D-9D5D-812A-3F4DC5137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8745" y="14008896"/>
            <a:ext cx="6507657" cy="582201"/>
          </a:xfrm>
          <a:prstGeom prst="round2DiagRect">
            <a:avLst>
              <a:gd name="adj1" fmla="val 33555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Project/Prototype Images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736431-6AE7-4080-35CC-3ACFD6799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91" t="8463" r="28811" b="22461"/>
          <a:stretch/>
        </p:blipFill>
        <p:spPr>
          <a:xfrm>
            <a:off x="16187556" y="14853419"/>
            <a:ext cx="6452593" cy="6339317"/>
          </a:xfrm>
          <a:prstGeom prst="rect">
            <a:avLst/>
          </a:prstGeom>
        </p:spPr>
      </p:pic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36CC333C-1CEB-3C84-992F-2DA5F5F51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890" y="5952265"/>
            <a:ext cx="6706515" cy="3796705"/>
          </a:xfrm>
          <a:prstGeom prst="rect">
            <a:avLst/>
          </a:prstGeom>
        </p:spPr>
      </p:pic>
      <p:pic>
        <p:nvPicPr>
          <p:cNvPr id="11" name="Picture 10" descr="A person using a ruler to measure a table&#10;&#10;AI-generated content may be incorrect.">
            <a:extLst>
              <a:ext uri="{FF2B5EF4-FFF2-40B4-BE49-F238E27FC236}">
                <a16:creationId xmlns:a16="http://schemas.microsoft.com/office/drawing/2014/main" id="{BA29F44E-33BB-971B-2597-60A122BD08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01" t="28358" r="44451" b="30658"/>
          <a:stretch/>
        </p:blipFill>
        <p:spPr>
          <a:xfrm rot="5400000">
            <a:off x="22051432" y="12255778"/>
            <a:ext cx="5721410" cy="3218699"/>
          </a:xfrm>
          <a:prstGeom prst="rect">
            <a:avLst/>
          </a:prstGeom>
        </p:spPr>
      </p:pic>
      <p:pic>
        <p:nvPicPr>
          <p:cNvPr id="12" name="Picture 11" descr="A person standing on a ladder writing on a paper&#10;&#10;AI-generated content may be incorrect.">
            <a:extLst>
              <a:ext uri="{FF2B5EF4-FFF2-40B4-BE49-F238E27FC236}">
                <a16:creationId xmlns:a16="http://schemas.microsoft.com/office/drawing/2014/main" id="{55B6D045-C847-B020-4B34-289DF350A4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68" t="37408" r="23037" b="10295"/>
          <a:stretch/>
        </p:blipFill>
        <p:spPr>
          <a:xfrm rot="5400000">
            <a:off x="25591960" y="12311586"/>
            <a:ext cx="5713981" cy="3095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F4F9CF-82EC-CD78-67CD-17F5CDBA0EC8}"/>
              </a:ext>
            </a:extLst>
          </p:cNvPr>
          <p:cNvSpPr txBox="1"/>
          <p:nvPr/>
        </p:nvSpPr>
        <p:spPr>
          <a:xfrm>
            <a:off x="8806740" y="10354391"/>
            <a:ext cx="6524367" cy="99719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Quattrocento"/>
              </a:rPr>
              <a:t>Process Overview</a:t>
            </a:r>
            <a:endParaRPr lang="en-US" sz="2400">
              <a:latin typeface="Quattrocento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Intro meeting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Project Selection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Data Collection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Data Analysis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Generate Layout Requirements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Layout Design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Review and Revisions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Review meetings after each stage of design creation/revisions</a:t>
            </a:r>
          </a:p>
          <a:p>
            <a:pPr marL="342900" indent="-342900">
              <a:buFont typeface="Arial,Sans-Serif"/>
              <a:buChar char="•"/>
            </a:pPr>
            <a:endParaRPr lang="en-US" sz="2400">
              <a:latin typeface="Quattrocento"/>
            </a:endParaRPr>
          </a:p>
          <a:p>
            <a:r>
              <a:rPr lang="en-US" sz="2400" b="1">
                <a:latin typeface="Quattrocento"/>
              </a:rPr>
              <a:t>Methodology Overview</a:t>
            </a:r>
            <a:endParaRPr lang="en-US" sz="2400">
              <a:latin typeface="Quattrocento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Data Collection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On-site: measurements, interviews, documentation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Off-site: file sharing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Data Analysis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Exploratory data analysis in R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Demand volumes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Required processes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Generate Layout Requirements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Proximity relationships 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Space requirements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Capacity requirements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Other material handling requirements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Flow paths</a:t>
            </a: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EA899C-1E5D-76F0-1A97-06D9E7B87426}"/>
              </a:ext>
            </a:extLst>
          </p:cNvPr>
          <p:cNvSpPr txBox="1"/>
          <p:nvPr/>
        </p:nvSpPr>
        <p:spPr>
          <a:xfrm>
            <a:off x="1329891" y="5649316"/>
            <a:ext cx="5914408" cy="60939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Pinnacle Plastic Products is a manufacturer of blow molded plastic parts located in Bowling Green, OH</a:t>
            </a:r>
          </a:p>
          <a:p>
            <a:pPr marL="342900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Their facility includes a secondary operations room for finishing operations of products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Facility layout redesign can be used to: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Reduce waste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Reduce production delays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Improve material flow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Increase throughput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Increase utilization of people and machines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200">
                <a:latin typeface="Quattrocento"/>
              </a:rPr>
              <a:t>The process of layout redesign includes data collection and analysis to determine the layout requirements to be met</a:t>
            </a:r>
          </a:p>
          <a:p>
            <a:pPr marL="800100" lvl="1" indent="-342900">
              <a:buFont typeface="Arial,Sans-Serif"/>
              <a:buChar char="•"/>
            </a:pPr>
            <a:endParaRPr lang="en-US" sz="2000">
              <a:latin typeface="Quattrocento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pic>
        <p:nvPicPr>
          <p:cNvPr id="13" name="Picture 12" descr="A table with text on it&#10;&#10;AI-generated content may be incorrect.">
            <a:extLst>
              <a:ext uri="{FF2B5EF4-FFF2-40B4-BE49-F238E27FC236}">
                <a16:creationId xmlns:a16="http://schemas.microsoft.com/office/drawing/2014/main" id="{87B2BAF8-3C55-EEDC-4513-311DFC68E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10069" y="7042602"/>
            <a:ext cx="6430894" cy="21354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B0B14DE-093C-43D0-ED4A-74E00D245FD8}"/>
              </a:ext>
            </a:extLst>
          </p:cNvPr>
          <p:cNvSpPr txBox="1"/>
          <p:nvPr/>
        </p:nvSpPr>
        <p:spPr>
          <a:xfrm>
            <a:off x="935635" y="13305997"/>
            <a:ext cx="6679138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Quattrocento"/>
              </a:rPr>
              <a:t>Problem Statement:</a:t>
            </a:r>
            <a:endParaRPr lang="en-US" sz="2400">
              <a:latin typeface="Quattrocento"/>
            </a:endParaRPr>
          </a:p>
          <a:p>
            <a:r>
              <a:rPr lang="en-US" sz="2400" dirty="0">
                <a:latin typeface="Quattrocento"/>
              </a:rPr>
              <a:t>There are currently issues with material flow and space utilization that are impacting production output in the secondary operations room at Pinnacle Plastic Products.</a:t>
            </a:r>
          </a:p>
          <a:p>
            <a:endParaRPr lang="en-US" sz="2400" dirty="0">
              <a:latin typeface="Quattrocento"/>
            </a:endParaRPr>
          </a:p>
          <a:p>
            <a:r>
              <a:rPr lang="en-US" sz="2400" b="1" dirty="0">
                <a:latin typeface="Quattrocento"/>
              </a:rPr>
              <a:t>Motivation:</a:t>
            </a:r>
            <a:endParaRPr lang="en-US" sz="2400" dirty="0">
              <a:latin typeface="Quattrocento"/>
            </a:endParaRPr>
          </a:p>
          <a:p>
            <a:r>
              <a:rPr lang="en-US" sz="2400" dirty="0">
                <a:latin typeface="Quattrocento"/>
              </a:rPr>
              <a:t>This project is an extension of our Systems Engineering coursework, providing experience with a real-world application from industry partner Pinnacle Plastic Products.</a:t>
            </a:r>
          </a:p>
          <a:p>
            <a:endParaRPr lang="en-US" sz="2400" dirty="0">
              <a:latin typeface="Quattrocento"/>
            </a:endParaRPr>
          </a:p>
          <a:p>
            <a:r>
              <a:rPr lang="en-US" sz="2400" b="1" dirty="0">
                <a:latin typeface="Quattrocento"/>
              </a:rPr>
              <a:t>Key Objectives:</a:t>
            </a:r>
            <a:endParaRPr lang="en-US" sz="2400" dirty="0">
              <a:latin typeface="Quattrocento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latin typeface="Quattrocento"/>
              </a:rPr>
              <a:t>Increase productivity of the secondary operations room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latin typeface="Quattrocento"/>
              </a:rPr>
              <a:t>Complete all required deliverables: Layout proposal drawings, Final presentation, Design Day poster, Project report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latin typeface="Quattrocento"/>
              </a:rPr>
              <a:t>Complete the project on a shortened time frame due to project selection delays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C3812B-225C-5920-12E5-F0E8A67274E1}"/>
              </a:ext>
            </a:extLst>
          </p:cNvPr>
          <p:cNvSpPr txBox="1"/>
          <p:nvPr/>
        </p:nvSpPr>
        <p:spPr>
          <a:xfrm>
            <a:off x="16190297" y="5415920"/>
            <a:ext cx="6481267" cy="8250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400" dirty="0">
              <a:latin typeface="Quattrocento"/>
            </a:endParaRPr>
          </a:p>
          <a:p>
            <a:r>
              <a:rPr lang="en-US" sz="2400" b="1">
                <a:latin typeface="Quattrocento"/>
              </a:rPr>
              <a:t>Layout Proposal B meets the most requirements and presents the least challenges</a:t>
            </a:r>
            <a:endParaRPr lang="en-US" sz="240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endParaRPr lang="en-US" sz="2400" dirty="0">
              <a:latin typeface="Quattrocento"/>
            </a:endParaRPr>
          </a:p>
          <a:p>
            <a:r>
              <a:rPr lang="en-US" sz="2400" b="1">
                <a:latin typeface="Quattrocento"/>
              </a:rPr>
              <a:t>Lessons Learned:</a:t>
            </a:r>
            <a:endParaRPr lang="en-US" sz="2400">
              <a:latin typeface="Quattrocento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Real-world applications apply principles from SYE course material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Constraints faced in real-world applications are far more specific and complex than classroom examples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Application of facility layout redesign require many more iterations than typical coursework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latin typeface="Quattrocento"/>
              </a:rPr>
              <a:t>Use the Theory of Constraints to simplify data analysis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0DE86B-2CEE-0EAD-5422-4867A4799B3A}"/>
              </a:ext>
            </a:extLst>
          </p:cNvPr>
          <p:cNvSpPr txBox="1"/>
          <p:nvPr/>
        </p:nvSpPr>
        <p:spPr>
          <a:xfrm>
            <a:off x="23398681" y="5711572"/>
            <a:ext cx="660364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Quattrocento"/>
              </a:rPr>
              <a:t>Project Impact</a:t>
            </a:r>
            <a:endParaRPr lang="en-US" sz="2400">
              <a:latin typeface="Quattrocento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Addition of second robot cell in the secondary operations room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Improved storage rack utilization due to the movement of a storage rack into a more optimal location</a:t>
            </a: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Quattrocento"/>
              </a:rPr>
              <a:t>Improved material flow and space utilization for: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>
                <a:latin typeface="Quattrocento"/>
              </a:rPr>
              <a:t>Drill fixtures</a:t>
            </a:r>
          </a:p>
          <a:p>
            <a:pPr marL="800100" lvl="1" indent="-342900">
              <a:buFont typeface="Courier New,monospace"/>
              <a:buChar char="o"/>
            </a:pPr>
            <a:r>
              <a:rPr lang="en-US" sz="2400" dirty="0">
                <a:latin typeface="Quattrocento"/>
              </a:rPr>
              <a:t>Foaming and kitting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81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390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Arial,Sans-Serif</vt:lpstr>
      <vt:lpstr>Calibri</vt:lpstr>
      <vt:lpstr>Calibri Light</vt:lpstr>
      <vt:lpstr>Courier New,monospace</vt:lpstr>
      <vt:lpstr>Quattrocento</vt:lpstr>
      <vt:lpstr>Office 2013 - 2022 Theme</vt:lpstr>
      <vt:lpstr>PowerPoint Presentation</vt:lpstr>
    </vt:vector>
  </TitlesOfParts>
  <Company>Dartmouth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Memory in the Two Cerebral Hemispheres M.G. Funnell, M.K. Colvin, &amp; M.S. Gazzaniga Center for Cognitive Neuroscience, Dartmouth College</dc:title>
  <dc:creator>Margaret Funnell</dc:creator>
  <cp:lastModifiedBy>Sonia Mary Chacko</cp:lastModifiedBy>
  <cp:revision>133</cp:revision>
  <cp:lastPrinted>2003-03-25T14:30:39Z</cp:lastPrinted>
  <dcterms:created xsi:type="dcterms:W3CDTF">2003-03-14T19:43:06Z</dcterms:created>
  <dcterms:modified xsi:type="dcterms:W3CDTF">2025-04-29T13:00:26Z</dcterms:modified>
</cp:coreProperties>
</file>