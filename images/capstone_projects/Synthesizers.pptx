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0" r:id="rId4"/>
  </p:sldMasterIdLst>
  <p:sldIdLst>
    <p:sldId id="257" r:id="rId5"/>
  </p:sldIdLst>
  <p:sldSz cx="31089600" cy="219456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912" userDrawn="1">
          <p15:clr>
            <a:srgbClr val="A4A3A4"/>
          </p15:clr>
        </p15:guide>
        <p15:guide id="2" pos="97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480FB3-DDAC-3A8C-4ED6-CC77BB1253F4}" v="1063" dt="2025-04-27T18:45:02.685"/>
    <p1510:client id="{4F821144-8093-BD43-1C79-E82971A4223B}" v="2492" dt="2025-04-27T14:25:18.784"/>
    <p1510:client id="{5E5D0010-1DA7-68E7-187F-0B6004E3C253}" v="11" dt="2025-04-28T00:46:43.950"/>
    <p1510:client id="{6EDA6280-7480-3369-2229-64308DFEDFAF}" v="2073" dt="2025-04-27T14:28:06.121"/>
    <p1510:client id="{F95244EF-0DDA-4B9F-8758-C740A5563DF6}" v="4" dt="2025-04-28T02:32:07.2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18" autoAdjust="0"/>
    <p:restoredTop sz="90929"/>
  </p:normalViewPr>
  <p:slideViewPr>
    <p:cSldViewPr>
      <p:cViewPr varScale="1">
        <p:scale>
          <a:sx n="32" d="100"/>
          <a:sy n="32" d="100"/>
        </p:scale>
        <p:origin x="1542" y="114"/>
      </p:cViewPr>
      <p:guideLst>
        <p:guide orient="horz" pos="6912"/>
        <p:guide pos="9792"/>
      </p:guideLst>
    </p:cSldViewPr>
  </p:slideViewPr>
  <p:outlineViewPr>
    <p:cViewPr>
      <p:scale>
        <a:sx n="33" d="100"/>
        <a:sy n="33" d="100"/>
      </p:scale>
      <p:origin x="0" y="0"/>
    </p:cViewPr>
  </p:outlin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10"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31720" y="3591562"/>
            <a:ext cx="26426160" cy="7640320"/>
          </a:xfrm>
        </p:spPr>
        <p:txBody>
          <a:bodyPr anchor="b"/>
          <a:lstStyle>
            <a:lvl1pPr algn="ctr">
              <a:defRPr sz="19200"/>
            </a:lvl1pPr>
          </a:lstStyle>
          <a:p>
            <a:r>
              <a:rPr lang="en-US"/>
              <a:t>Click to edit Master title style</a:t>
            </a:r>
            <a:endParaRPr lang="en-US" dirty="0"/>
          </a:p>
        </p:txBody>
      </p:sp>
      <p:sp>
        <p:nvSpPr>
          <p:cNvPr id="3" name="Subtitle 2"/>
          <p:cNvSpPr>
            <a:spLocks noGrp="1"/>
          </p:cNvSpPr>
          <p:nvPr>
            <p:ph type="subTitle" idx="1"/>
          </p:nvPr>
        </p:nvSpPr>
        <p:spPr>
          <a:xfrm>
            <a:off x="3886200" y="11526522"/>
            <a:ext cx="23317200" cy="5298438"/>
          </a:xfrm>
        </p:spPr>
        <p:txBody>
          <a:bodyPr/>
          <a:lstStyle>
            <a:lvl1pPr marL="0" indent="0" algn="ctr">
              <a:buNone/>
              <a:defRPr sz="7680"/>
            </a:lvl1pPr>
            <a:lvl2pPr marL="1463040" indent="0" algn="ctr">
              <a:buNone/>
              <a:defRPr sz="6400"/>
            </a:lvl2pPr>
            <a:lvl3pPr marL="2926080" indent="0" algn="ctr">
              <a:buNone/>
              <a:defRPr sz="5760"/>
            </a:lvl3pPr>
            <a:lvl4pPr marL="4389120" indent="0" algn="ctr">
              <a:buNone/>
              <a:defRPr sz="5120"/>
            </a:lvl4pPr>
            <a:lvl5pPr marL="5852160" indent="0" algn="ctr">
              <a:buNone/>
              <a:defRPr sz="5120"/>
            </a:lvl5pPr>
            <a:lvl6pPr marL="7315200" indent="0" algn="ctr">
              <a:buNone/>
              <a:defRPr sz="5120"/>
            </a:lvl6pPr>
            <a:lvl7pPr marL="8778240" indent="0" algn="ctr">
              <a:buNone/>
              <a:defRPr sz="5120"/>
            </a:lvl7pPr>
            <a:lvl8pPr marL="10241280" indent="0" algn="ctr">
              <a:buNone/>
              <a:defRPr sz="5120"/>
            </a:lvl8pPr>
            <a:lvl9pPr marL="11704320" indent="0" algn="ctr">
              <a:buNone/>
              <a:defRPr sz="51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87E2F82D-3616-4467-A056-E894D5735046}" type="slidenum">
              <a:rPr lang="en-US" altLang="en-US" smtClean="0"/>
              <a:pPr/>
              <a:t>‹#›</a:t>
            </a:fld>
            <a:endParaRPr lang="en-US" altLang="en-US"/>
          </a:p>
        </p:txBody>
      </p:sp>
    </p:spTree>
    <p:extLst>
      <p:ext uri="{BB962C8B-B14F-4D97-AF65-F5344CB8AC3E}">
        <p14:creationId xmlns:p14="http://schemas.microsoft.com/office/powerpoint/2010/main" val="3621052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BCA119C6-817E-4242-83A3-C8FC571DD821}" type="slidenum">
              <a:rPr lang="en-US" altLang="en-US" smtClean="0"/>
              <a:pPr/>
              <a:t>‹#›</a:t>
            </a:fld>
            <a:endParaRPr lang="en-US" altLang="en-US"/>
          </a:p>
        </p:txBody>
      </p:sp>
    </p:spTree>
    <p:extLst>
      <p:ext uri="{BB962C8B-B14F-4D97-AF65-F5344CB8AC3E}">
        <p14:creationId xmlns:p14="http://schemas.microsoft.com/office/powerpoint/2010/main" val="4056806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121219" y="5471167"/>
            <a:ext cx="26814780" cy="9128758"/>
          </a:xfrm>
        </p:spPr>
        <p:txBody>
          <a:bodyPr anchor="b"/>
          <a:lstStyle>
            <a:lvl1pPr>
              <a:defRPr sz="19200"/>
            </a:lvl1pPr>
          </a:lstStyle>
          <a:p>
            <a:r>
              <a:rPr lang="en-US"/>
              <a:t>Click to edit Master title style</a:t>
            </a:r>
            <a:endParaRPr lang="en-US" dirty="0"/>
          </a:p>
        </p:txBody>
      </p:sp>
      <p:sp>
        <p:nvSpPr>
          <p:cNvPr id="3" name="Text Placeholder 2"/>
          <p:cNvSpPr>
            <a:spLocks noGrp="1"/>
          </p:cNvSpPr>
          <p:nvPr>
            <p:ph type="body" idx="1"/>
          </p:nvPr>
        </p:nvSpPr>
        <p:spPr>
          <a:xfrm>
            <a:off x="2121219" y="14686287"/>
            <a:ext cx="26814780" cy="4800598"/>
          </a:xfrm>
        </p:spPr>
        <p:txBody>
          <a:bodyPr/>
          <a:lstStyle>
            <a:lvl1pPr marL="0" indent="0">
              <a:buNone/>
              <a:defRPr sz="7680">
                <a:solidFill>
                  <a:schemeClr val="tx1"/>
                </a:solidFill>
              </a:defRPr>
            </a:lvl1pPr>
            <a:lvl2pPr marL="1463040" indent="0">
              <a:buNone/>
              <a:defRPr sz="6400">
                <a:solidFill>
                  <a:schemeClr val="tx1">
                    <a:tint val="75000"/>
                  </a:schemeClr>
                </a:solidFill>
              </a:defRPr>
            </a:lvl2pPr>
            <a:lvl3pPr marL="2926080" indent="0">
              <a:buNone/>
              <a:defRPr sz="5760">
                <a:solidFill>
                  <a:schemeClr val="tx1">
                    <a:tint val="75000"/>
                  </a:schemeClr>
                </a:solidFill>
              </a:defRPr>
            </a:lvl3pPr>
            <a:lvl4pPr marL="4389120" indent="0">
              <a:buNone/>
              <a:defRPr sz="5120">
                <a:solidFill>
                  <a:schemeClr val="tx1">
                    <a:tint val="75000"/>
                  </a:schemeClr>
                </a:solidFill>
              </a:defRPr>
            </a:lvl4pPr>
            <a:lvl5pPr marL="5852160" indent="0">
              <a:buNone/>
              <a:defRPr sz="5120">
                <a:solidFill>
                  <a:schemeClr val="tx1">
                    <a:tint val="75000"/>
                  </a:schemeClr>
                </a:solidFill>
              </a:defRPr>
            </a:lvl5pPr>
            <a:lvl6pPr marL="7315200" indent="0">
              <a:buNone/>
              <a:defRPr sz="5120">
                <a:solidFill>
                  <a:schemeClr val="tx1">
                    <a:tint val="75000"/>
                  </a:schemeClr>
                </a:solidFill>
              </a:defRPr>
            </a:lvl6pPr>
            <a:lvl7pPr marL="8778240" indent="0">
              <a:buNone/>
              <a:defRPr sz="5120">
                <a:solidFill>
                  <a:schemeClr val="tx1">
                    <a:tint val="75000"/>
                  </a:schemeClr>
                </a:solidFill>
              </a:defRPr>
            </a:lvl7pPr>
            <a:lvl8pPr marL="10241280" indent="0">
              <a:buNone/>
              <a:defRPr sz="5120">
                <a:solidFill>
                  <a:schemeClr val="tx1">
                    <a:tint val="75000"/>
                  </a:schemeClr>
                </a:solidFill>
              </a:defRPr>
            </a:lvl8pPr>
            <a:lvl9pPr marL="11704320" indent="0">
              <a:buNone/>
              <a:defRPr sz="51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F4192726-DD1F-4C44-94D0-F43B3C6AC185}" type="slidenum">
              <a:rPr lang="en-US" altLang="en-US" smtClean="0"/>
              <a:pPr/>
              <a:t>‹#›</a:t>
            </a:fld>
            <a:endParaRPr lang="en-US" altLang="en-US"/>
          </a:p>
        </p:txBody>
      </p:sp>
    </p:spTree>
    <p:extLst>
      <p:ext uri="{BB962C8B-B14F-4D97-AF65-F5344CB8AC3E}">
        <p14:creationId xmlns:p14="http://schemas.microsoft.com/office/powerpoint/2010/main" val="36795486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137410" y="5842000"/>
            <a:ext cx="1321308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739110" y="5842000"/>
            <a:ext cx="1321308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fld id="{186C27BE-A5E0-47D6-A899-CADB1153DCDF}" type="slidenum">
              <a:rPr lang="en-US" altLang="en-US" smtClean="0"/>
              <a:pPr/>
              <a:t>‹#›</a:t>
            </a:fld>
            <a:endParaRPr lang="en-US" altLang="en-US"/>
          </a:p>
        </p:txBody>
      </p:sp>
    </p:spTree>
    <p:extLst>
      <p:ext uri="{BB962C8B-B14F-4D97-AF65-F5344CB8AC3E}">
        <p14:creationId xmlns:p14="http://schemas.microsoft.com/office/powerpoint/2010/main" val="31238352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41459" y="1168405"/>
            <a:ext cx="26814780" cy="42418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2141463" y="5379722"/>
            <a:ext cx="13152356"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4" name="Content Placeholder 3"/>
          <p:cNvSpPr>
            <a:spLocks noGrp="1"/>
          </p:cNvSpPr>
          <p:nvPr>
            <p:ph sz="half" idx="2"/>
          </p:nvPr>
        </p:nvSpPr>
        <p:spPr>
          <a:xfrm>
            <a:off x="2141463" y="8016240"/>
            <a:ext cx="13152356"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739112" y="5379722"/>
            <a:ext cx="13217129"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6" name="Content Placeholder 5"/>
          <p:cNvSpPr>
            <a:spLocks noGrp="1"/>
          </p:cNvSpPr>
          <p:nvPr>
            <p:ph sz="quarter" idx="4"/>
          </p:nvPr>
        </p:nvSpPr>
        <p:spPr>
          <a:xfrm>
            <a:off x="15739112" y="8016240"/>
            <a:ext cx="13217129"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ltLang="en-US"/>
          </a:p>
        </p:txBody>
      </p:sp>
      <p:sp>
        <p:nvSpPr>
          <p:cNvPr id="8" name="Footer Placeholder 7"/>
          <p:cNvSpPr>
            <a:spLocks noGrp="1"/>
          </p:cNvSpPr>
          <p:nvPr>
            <p:ph type="ftr" sz="quarter" idx="11"/>
          </p:nvPr>
        </p:nvSpPr>
        <p:spPr/>
        <p:txBody>
          <a:bodyPr/>
          <a:lstStyle/>
          <a:p>
            <a:pPr>
              <a:defRPr/>
            </a:pPr>
            <a:endParaRPr lang="en-US" altLang="en-US"/>
          </a:p>
        </p:txBody>
      </p:sp>
      <p:sp>
        <p:nvSpPr>
          <p:cNvPr id="9" name="Slide Number Placeholder 8"/>
          <p:cNvSpPr>
            <a:spLocks noGrp="1"/>
          </p:cNvSpPr>
          <p:nvPr>
            <p:ph type="sldNum" sz="quarter" idx="12"/>
          </p:nvPr>
        </p:nvSpPr>
        <p:spPr/>
        <p:txBody>
          <a:bodyPr/>
          <a:lstStyle/>
          <a:p>
            <a:fld id="{A8D83365-3921-44D2-91EA-BF09235FA2BD}" type="slidenum">
              <a:rPr lang="en-US" altLang="en-US" smtClean="0"/>
              <a:pPr/>
              <a:t>‹#›</a:t>
            </a:fld>
            <a:endParaRPr lang="en-US" altLang="en-US"/>
          </a:p>
        </p:txBody>
      </p:sp>
    </p:spTree>
    <p:extLst>
      <p:ext uri="{BB962C8B-B14F-4D97-AF65-F5344CB8AC3E}">
        <p14:creationId xmlns:p14="http://schemas.microsoft.com/office/powerpoint/2010/main" val="3338663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ltLang="en-US"/>
          </a:p>
        </p:txBody>
      </p:sp>
      <p:sp>
        <p:nvSpPr>
          <p:cNvPr id="4" name="Footer Placeholder 3"/>
          <p:cNvSpPr>
            <a:spLocks noGrp="1"/>
          </p:cNvSpPr>
          <p:nvPr>
            <p:ph type="ftr" sz="quarter" idx="11"/>
          </p:nvPr>
        </p:nvSpPr>
        <p:spPr/>
        <p:txBody>
          <a:bodyPr/>
          <a:lstStyle/>
          <a:p>
            <a:pPr>
              <a:defRPr/>
            </a:pPr>
            <a:endParaRPr lang="en-US" altLang="en-US"/>
          </a:p>
        </p:txBody>
      </p:sp>
      <p:sp>
        <p:nvSpPr>
          <p:cNvPr id="5" name="Slide Number Placeholder 4"/>
          <p:cNvSpPr>
            <a:spLocks noGrp="1"/>
          </p:cNvSpPr>
          <p:nvPr>
            <p:ph type="sldNum" sz="quarter" idx="12"/>
          </p:nvPr>
        </p:nvSpPr>
        <p:spPr/>
        <p:txBody>
          <a:bodyPr/>
          <a:lstStyle/>
          <a:p>
            <a:fld id="{934B8FBB-A22D-48A9-86F8-F488C1EC41E7}" type="slidenum">
              <a:rPr lang="en-US" altLang="en-US" smtClean="0"/>
              <a:pPr/>
              <a:t>‹#›</a:t>
            </a:fld>
            <a:endParaRPr lang="en-US" altLang="en-US"/>
          </a:p>
        </p:txBody>
      </p:sp>
    </p:spTree>
    <p:extLst>
      <p:ext uri="{BB962C8B-B14F-4D97-AF65-F5344CB8AC3E}">
        <p14:creationId xmlns:p14="http://schemas.microsoft.com/office/powerpoint/2010/main" val="1446684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ltLang="en-US"/>
          </a:p>
        </p:txBody>
      </p:sp>
      <p:sp>
        <p:nvSpPr>
          <p:cNvPr id="3" name="Footer Placeholder 2"/>
          <p:cNvSpPr>
            <a:spLocks noGrp="1"/>
          </p:cNvSpPr>
          <p:nvPr>
            <p:ph type="ftr" sz="quarter" idx="11"/>
          </p:nvPr>
        </p:nvSpPr>
        <p:spPr/>
        <p:txBody>
          <a:bodyPr/>
          <a:lstStyle/>
          <a:p>
            <a:pPr>
              <a:defRPr/>
            </a:pPr>
            <a:endParaRPr lang="en-US" altLang="en-US"/>
          </a:p>
        </p:txBody>
      </p:sp>
      <p:sp>
        <p:nvSpPr>
          <p:cNvPr id="4" name="Slide Number Placeholder 3"/>
          <p:cNvSpPr>
            <a:spLocks noGrp="1"/>
          </p:cNvSpPr>
          <p:nvPr>
            <p:ph type="sldNum" sz="quarter" idx="12"/>
          </p:nvPr>
        </p:nvSpPr>
        <p:spPr/>
        <p:txBody>
          <a:bodyPr/>
          <a:lstStyle/>
          <a:p>
            <a:fld id="{0853FCE1-1DB8-4EE9-BEDE-5D17530D2F0D}" type="slidenum">
              <a:rPr lang="en-US" altLang="en-US" smtClean="0"/>
              <a:pPr/>
              <a:t>‹#›</a:t>
            </a:fld>
            <a:endParaRPr lang="en-US" altLang="en-US"/>
          </a:p>
        </p:txBody>
      </p:sp>
    </p:spTree>
    <p:extLst>
      <p:ext uri="{BB962C8B-B14F-4D97-AF65-F5344CB8AC3E}">
        <p14:creationId xmlns:p14="http://schemas.microsoft.com/office/powerpoint/2010/main" val="1974855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41460" y="1463040"/>
            <a:ext cx="10027205" cy="5120640"/>
          </a:xfrm>
        </p:spPr>
        <p:txBody>
          <a:bodyPr anchor="b"/>
          <a:lstStyle>
            <a:lvl1pPr>
              <a:defRPr sz="10240"/>
            </a:lvl1pPr>
          </a:lstStyle>
          <a:p>
            <a:r>
              <a:rPr lang="en-US"/>
              <a:t>Click to edit Master title style</a:t>
            </a:r>
            <a:endParaRPr lang="en-US" dirty="0"/>
          </a:p>
        </p:txBody>
      </p:sp>
      <p:sp>
        <p:nvSpPr>
          <p:cNvPr id="3" name="Content Placeholder 2"/>
          <p:cNvSpPr>
            <a:spLocks noGrp="1"/>
          </p:cNvSpPr>
          <p:nvPr>
            <p:ph idx="1"/>
          </p:nvPr>
        </p:nvSpPr>
        <p:spPr>
          <a:xfrm>
            <a:off x="13217129" y="3159765"/>
            <a:ext cx="15739110" cy="15595600"/>
          </a:xfrm>
        </p:spPr>
        <p:txBody>
          <a:bodyPr/>
          <a:lstStyle>
            <a:lvl1pPr>
              <a:defRPr sz="10240"/>
            </a:lvl1pPr>
            <a:lvl2pPr>
              <a:defRPr sz="8960"/>
            </a:lvl2pPr>
            <a:lvl3pPr>
              <a:defRPr sz="7680"/>
            </a:lvl3pPr>
            <a:lvl4pPr>
              <a:defRPr sz="6400"/>
            </a:lvl4pPr>
            <a:lvl5pPr>
              <a:defRPr sz="6400"/>
            </a:lvl5pPr>
            <a:lvl6pPr>
              <a:defRPr sz="6400"/>
            </a:lvl6pPr>
            <a:lvl7pPr>
              <a:defRPr sz="6400"/>
            </a:lvl7pPr>
            <a:lvl8pPr>
              <a:defRPr sz="6400"/>
            </a:lvl8pPr>
            <a:lvl9pPr>
              <a:defRPr sz="6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141460" y="6583680"/>
            <a:ext cx="10027205"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fld id="{536D9969-BE9E-4688-B55A-CB6B14DF5421}" type="slidenum">
              <a:rPr lang="en-US" altLang="en-US" smtClean="0"/>
              <a:pPr/>
              <a:t>‹#›</a:t>
            </a:fld>
            <a:endParaRPr lang="en-US" altLang="en-US"/>
          </a:p>
        </p:txBody>
      </p:sp>
    </p:spTree>
    <p:extLst>
      <p:ext uri="{BB962C8B-B14F-4D97-AF65-F5344CB8AC3E}">
        <p14:creationId xmlns:p14="http://schemas.microsoft.com/office/powerpoint/2010/main" val="454386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41460" y="1463040"/>
            <a:ext cx="10027205" cy="5120640"/>
          </a:xfrm>
        </p:spPr>
        <p:txBody>
          <a:bodyPr anchor="b"/>
          <a:lstStyle>
            <a:lvl1pPr>
              <a:defRPr sz="1024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217129" y="3159765"/>
            <a:ext cx="15739110" cy="15595600"/>
          </a:xfrm>
        </p:spPr>
        <p:txBody>
          <a:bodyPr anchor="t"/>
          <a:lstStyle>
            <a:lvl1pPr marL="0" indent="0">
              <a:buNone/>
              <a:defRPr sz="10240"/>
            </a:lvl1pPr>
            <a:lvl2pPr marL="1463040" indent="0">
              <a:buNone/>
              <a:defRPr sz="8960"/>
            </a:lvl2pPr>
            <a:lvl3pPr marL="2926080" indent="0">
              <a:buNone/>
              <a:defRPr sz="7680"/>
            </a:lvl3pPr>
            <a:lvl4pPr marL="4389120" indent="0">
              <a:buNone/>
              <a:defRPr sz="6400"/>
            </a:lvl4pPr>
            <a:lvl5pPr marL="5852160" indent="0">
              <a:buNone/>
              <a:defRPr sz="6400"/>
            </a:lvl5pPr>
            <a:lvl6pPr marL="7315200" indent="0">
              <a:buNone/>
              <a:defRPr sz="6400"/>
            </a:lvl6pPr>
            <a:lvl7pPr marL="8778240" indent="0">
              <a:buNone/>
              <a:defRPr sz="6400"/>
            </a:lvl7pPr>
            <a:lvl8pPr marL="10241280" indent="0">
              <a:buNone/>
              <a:defRPr sz="6400"/>
            </a:lvl8pPr>
            <a:lvl9pPr marL="11704320" indent="0">
              <a:buNone/>
              <a:defRPr sz="6400"/>
            </a:lvl9pPr>
          </a:lstStyle>
          <a:p>
            <a:r>
              <a:rPr lang="en-US"/>
              <a:t>Click icon to add picture</a:t>
            </a:r>
            <a:endParaRPr lang="en-US" dirty="0"/>
          </a:p>
        </p:txBody>
      </p:sp>
      <p:sp>
        <p:nvSpPr>
          <p:cNvPr id="4" name="Text Placeholder 3"/>
          <p:cNvSpPr>
            <a:spLocks noGrp="1"/>
          </p:cNvSpPr>
          <p:nvPr>
            <p:ph type="body" sz="half" idx="2"/>
          </p:nvPr>
        </p:nvSpPr>
        <p:spPr>
          <a:xfrm>
            <a:off x="2141460" y="6583680"/>
            <a:ext cx="10027205"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fld id="{170827FB-9D8C-4C8F-AA33-59014C04D849}" type="slidenum">
              <a:rPr lang="en-US" altLang="en-US" smtClean="0"/>
              <a:pPr/>
              <a:t>‹#›</a:t>
            </a:fld>
            <a:endParaRPr lang="en-US" altLang="en-US"/>
          </a:p>
        </p:txBody>
      </p:sp>
    </p:spTree>
    <p:extLst>
      <p:ext uri="{BB962C8B-B14F-4D97-AF65-F5344CB8AC3E}">
        <p14:creationId xmlns:p14="http://schemas.microsoft.com/office/powerpoint/2010/main" val="878328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92B3B6C8-5DF7-4ECA-B705-5E5573EEC491}" type="slidenum">
              <a:rPr lang="en-US" altLang="en-US" smtClean="0"/>
              <a:pPr/>
              <a:t>‹#›</a:t>
            </a:fld>
            <a:endParaRPr lang="en-US" altLang="en-US"/>
          </a:p>
        </p:txBody>
      </p:sp>
    </p:spTree>
    <p:extLst>
      <p:ext uri="{BB962C8B-B14F-4D97-AF65-F5344CB8AC3E}">
        <p14:creationId xmlns:p14="http://schemas.microsoft.com/office/powerpoint/2010/main" val="3337309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2248497" y="1168400"/>
            <a:ext cx="6703695" cy="1859788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137412" y="1168400"/>
            <a:ext cx="19722465" cy="1859788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53B11DE4-35AF-4E00-85A0-B84C18D78EE9}" type="slidenum">
              <a:rPr lang="en-US" altLang="en-US" smtClean="0"/>
              <a:pPr/>
              <a:t>‹#›</a:t>
            </a:fld>
            <a:endParaRPr lang="en-US" altLang="en-US"/>
          </a:p>
        </p:txBody>
      </p:sp>
    </p:spTree>
    <p:extLst>
      <p:ext uri="{BB962C8B-B14F-4D97-AF65-F5344CB8AC3E}">
        <p14:creationId xmlns:p14="http://schemas.microsoft.com/office/powerpoint/2010/main" val="602969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37410" y="1168405"/>
            <a:ext cx="26814780" cy="42418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137410" y="5842000"/>
            <a:ext cx="26814780" cy="139242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137410" y="20340325"/>
            <a:ext cx="6995160" cy="1168400"/>
          </a:xfrm>
          <a:prstGeom prst="rect">
            <a:avLst/>
          </a:prstGeom>
        </p:spPr>
        <p:txBody>
          <a:bodyPr vert="horz" lIns="91440" tIns="45720" rIns="91440" bIns="45720" rtlCol="0" anchor="ctr"/>
          <a:lstStyle>
            <a:lvl1pPr algn="l">
              <a:defRPr sz="3840">
                <a:solidFill>
                  <a:schemeClr val="tx1">
                    <a:tint val="75000"/>
                  </a:schemeClr>
                </a:solidFill>
              </a:defRPr>
            </a:lvl1pPr>
          </a:lstStyle>
          <a:p>
            <a:pPr>
              <a:defRPr/>
            </a:pPr>
            <a:endParaRPr lang="en-US" altLang="en-US"/>
          </a:p>
        </p:txBody>
      </p:sp>
      <p:sp>
        <p:nvSpPr>
          <p:cNvPr id="5" name="Footer Placeholder 4"/>
          <p:cNvSpPr>
            <a:spLocks noGrp="1"/>
          </p:cNvSpPr>
          <p:nvPr>
            <p:ph type="ftr" sz="quarter" idx="3"/>
          </p:nvPr>
        </p:nvSpPr>
        <p:spPr>
          <a:xfrm>
            <a:off x="10298430" y="20340325"/>
            <a:ext cx="10492740" cy="1168400"/>
          </a:xfrm>
          <a:prstGeom prst="rect">
            <a:avLst/>
          </a:prstGeom>
        </p:spPr>
        <p:txBody>
          <a:bodyPr vert="horz" lIns="91440" tIns="45720" rIns="91440" bIns="45720" rtlCol="0" anchor="ctr"/>
          <a:lstStyle>
            <a:lvl1pPr algn="ctr">
              <a:defRPr sz="3840">
                <a:solidFill>
                  <a:schemeClr val="tx1">
                    <a:tint val="75000"/>
                  </a:schemeClr>
                </a:solidFill>
              </a:defRPr>
            </a:lvl1pPr>
          </a:lstStyle>
          <a:p>
            <a:pPr>
              <a:defRPr/>
            </a:pPr>
            <a:endParaRPr lang="en-US" altLang="en-US"/>
          </a:p>
        </p:txBody>
      </p:sp>
      <p:sp>
        <p:nvSpPr>
          <p:cNvPr id="6" name="Slide Number Placeholder 5"/>
          <p:cNvSpPr>
            <a:spLocks noGrp="1"/>
          </p:cNvSpPr>
          <p:nvPr>
            <p:ph type="sldNum" sz="quarter" idx="4"/>
          </p:nvPr>
        </p:nvSpPr>
        <p:spPr>
          <a:xfrm>
            <a:off x="21957030" y="20340325"/>
            <a:ext cx="6995160" cy="1168400"/>
          </a:xfrm>
          <a:prstGeom prst="rect">
            <a:avLst/>
          </a:prstGeom>
        </p:spPr>
        <p:txBody>
          <a:bodyPr vert="horz" lIns="91440" tIns="45720" rIns="91440" bIns="45720" rtlCol="0" anchor="ctr"/>
          <a:lstStyle>
            <a:lvl1pPr algn="r">
              <a:defRPr sz="3840">
                <a:solidFill>
                  <a:schemeClr val="tx1">
                    <a:tint val="75000"/>
                  </a:schemeClr>
                </a:solidFill>
              </a:defRPr>
            </a:lvl1pPr>
          </a:lstStyle>
          <a:p>
            <a:fld id="{526495AE-97DF-403D-B20F-BDC3AFF068C2}" type="slidenum">
              <a:rPr lang="en-US" altLang="en-US" smtClean="0"/>
              <a:pPr/>
              <a:t>‹#›</a:t>
            </a:fld>
            <a:endParaRPr lang="en-US" altLang="en-US"/>
          </a:p>
        </p:txBody>
      </p:sp>
    </p:spTree>
    <p:extLst>
      <p:ext uri="{BB962C8B-B14F-4D97-AF65-F5344CB8AC3E}">
        <p14:creationId xmlns:p14="http://schemas.microsoft.com/office/powerpoint/2010/main" val="1606942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926080" rtl="0" eaLnBrk="1" latinLnBrk="0" hangingPunct="1">
        <a:lnSpc>
          <a:spcPct val="90000"/>
        </a:lnSpc>
        <a:spcBef>
          <a:spcPct val="0"/>
        </a:spcBef>
        <a:buNone/>
        <a:defRPr sz="14080" kern="1200">
          <a:solidFill>
            <a:schemeClr val="tx1"/>
          </a:solidFill>
          <a:latin typeface="+mj-lt"/>
          <a:ea typeface="+mj-ea"/>
          <a:cs typeface="+mj-cs"/>
        </a:defRPr>
      </a:lvl1pPr>
    </p:titleStyle>
    <p:bodyStyle>
      <a:lvl1pPr marL="731520" indent="-731520" algn="l" defTabSz="2926080" rtl="0" eaLnBrk="1" latinLnBrk="0" hangingPunct="1">
        <a:lnSpc>
          <a:spcPct val="90000"/>
        </a:lnSpc>
        <a:spcBef>
          <a:spcPts val="3200"/>
        </a:spcBef>
        <a:buFont typeface="Arial" panose="020B0604020202020204" pitchFamily="34" charset="0"/>
        <a:buChar char="•"/>
        <a:defRPr sz="8960" kern="1200">
          <a:solidFill>
            <a:schemeClr val="tx1"/>
          </a:solidFill>
          <a:latin typeface="+mn-lt"/>
          <a:ea typeface="+mn-ea"/>
          <a:cs typeface="+mn-cs"/>
        </a:defRPr>
      </a:lvl1pPr>
      <a:lvl2pPr marL="2194560" indent="-731520" algn="l" defTabSz="2926080" rtl="0" eaLnBrk="1" latinLnBrk="0" hangingPunct="1">
        <a:lnSpc>
          <a:spcPct val="90000"/>
        </a:lnSpc>
        <a:spcBef>
          <a:spcPts val="1600"/>
        </a:spcBef>
        <a:buFont typeface="Arial" panose="020B0604020202020204" pitchFamily="34" charset="0"/>
        <a:buChar char="•"/>
        <a:defRPr sz="7680" kern="1200">
          <a:solidFill>
            <a:schemeClr val="tx1"/>
          </a:solidFill>
          <a:latin typeface="+mn-lt"/>
          <a:ea typeface="+mn-ea"/>
          <a:cs typeface="+mn-cs"/>
        </a:defRPr>
      </a:lvl2pPr>
      <a:lvl3pPr marL="3657600" indent="-731520" algn="l" defTabSz="2926080" rtl="0" eaLnBrk="1" latinLnBrk="0" hangingPunct="1">
        <a:lnSpc>
          <a:spcPct val="90000"/>
        </a:lnSpc>
        <a:spcBef>
          <a:spcPts val="1600"/>
        </a:spcBef>
        <a:buFont typeface="Arial" panose="020B0604020202020204" pitchFamily="34" charset="0"/>
        <a:buChar char="•"/>
        <a:defRPr sz="6400" kern="1200">
          <a:solidFill>
            <a:schemeClr val="tx1"/>
          </a:solidFill>
          <a:latin typeface="+mn-lt"/>
          <a:ea typeface="+mn-ea"/>
          <a:cs typeface="+mn-cs"/>
        </a:defRPr>
      </a:lvl3pPr>
      <a:lvl4pPr marL="51206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4pPr>
      <a:lvl5pPr marL="658368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5pPr>
      <a:lvl6pPr marL="804672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6pPr>
      <a:lvl7pPr marL="950976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7pPr>
      <a:lvl8pPr marL="1097280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8pPr>
      <a:lvl9pPr marL="124358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9pPr>
    </p:bodyStyle>
    <p:otherStyle>
      <a:defPPr>
        <a:defRPr lang="en-US"/>
      </a:defPPr>
      <a:lvl1pPr marL="0" algn="l" defTabSz="2926080" rtl="0" eaLnBrk="1" latinLnBrk="0" hangingPunct="1">
        <a:defRPr sz="5760" kern="1200">
          <a:solidFill>
            <a:schemeClr val="tx1"/>
          </a:solidFill>
          <a:latin typeface="+mn-lt"/>
          <a:ea typeface="+mn-ea"/>
          <a:cs typeface="+mn-cs"/>
        </a:defRPr>
      </a:lvl1pPr>
      <a:lvl2pPr marL="1463040" algn="l" defTabSz="2926080" rtl="0" eaLnBrk="1" latinLnBrk="0" hangingPunct="1">
        <a:defRPr sz="5760" kern="1200">
          <a:solidFill>
            <a:schemeClr val="tx1"/>
          </a:solidFill>
          <a:latin typeface="+mn-lt"/>
          <a:ea typeface="+mn-ea"/>
          <a:cs typeface="+mn-cs"/>
        </a:defRPr>
      </a:lvl2pPr>
      <a:lvl3pPr marL="2926080" algn="l" defTabSz="2926080" rtl="0" eaLnBrk="1" latinLnBrk="0" hangingPunct="1">
        <a:defRPr sz="5760" kern="1200">
          <a:solidFill>
            <a:schemeClr val="tx1"/>
          </a:solidFill>
          <a:latin typeface="+mn-lt"/>
          <a:ea typeface="+mn-ea"/>
          <a:cs typeface="+mn-cs"/>
        </a:defRPr>
      </a:lvl3pPr>
      <a:lvl4pPr marL="4389120" algn="l" defTabSz="2926080" rtl="0" eaLnBrk="1" latinLnBrk="0" hangingPunct="1">
        <a:defRPr sz="5760" kern="1200">
          <a:solidFill>
            <a:schemeClr val="tx1"/>
          </a:solidFill>
          <a:latin typeface="+mn-lt"/>
          <a:ea typeface="+mn-ea"/>
          <a:cs typeface="+mn-cs"/>
        </a:defRPr>
      </a:lvl4pPr>
      <a:lvl5pPr marL="5852160" algn="l" defTabSz="2926080" rtl="0" eaLnBrk="1" latinLnBrk="0" hangingPunct="1">
        <a:defRPr sz="5760" kern="1200">
          <a:solidFill>
            <a:schemeClr val="tx1"/>
          </a:solidFill>
          <a:latin typeface="+mn-lt"/>
          <a:ea typeface="+mn-ea"/>
          <a:cs typeface="+mn-cs"/>
        </a:defRPr>
      </a:lvl5pPr>
      <a:lvl6pPr marL="7315200" algn="l" defTabSz="2926080" rtl="0" eaLnBrk="1" latinLnBrk="0" hangingPunct="1">
        <a:defRPr sz="5760" kern="1200">
          <a:solidFill>
            <a:schemeClr val="tx1"/>
          </a:solidFill>
          <a:latin typeface="+mn-lt"/>
          <a:ea typeface="+mn-ea"/>
          <a:cs typeface="+mn-cs"/>
        </a:defRPr>
      </a:lvl6pPr>
      <a:lvl7pPr marL="8778240" algn="l" defTabSz="2926080" rtl="0" eaLnBrk="1" latinLnBrk="0" hangingPunct="1">
        <a:defRPr sz="5760" kern="1200">
          <a:solidFill>
            <a:schemeClr val="tx1"/>
          </a:solidFill>
          <a:latin typeface="+mn-lt"/>
          <a:ea typeface="+mn-ea"/>
          <a:cs typeface="+mn-cs"/>
        </a:defRPr>
      </a:lvl7pPr>
      <a:lvl8pPr marL="10241280" algn="l" defTabSz="2926080" rtl="0" eaLnBrk="1" latinLnBrk="0" hangingPunct="1">
        <a:defRPr sz="5760" kern="1200">
          <a:solidFill>
            <a:schemeClr val="tx1"/>
          </a:solidFill>
          <a:latin typeface="+mn-lt"/>
          <a:ea typeface="+mn-ea"/>
          <a:cs typeface="+mn-cs"/>
        </a:defRPr>
      </a:lvl8pPr>
      <a:lvl9pPr marL="11704320" algn="l" defTabSz="2926080" rtl="0" eaLnBrk="1" latinLnBrk="0" hangingPunct="1">
        <a:defRPr sz="57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CFA9FEE-8D4E-A591-CA5E-7AFC7A209190}"/>
              </a:ext>
            </a:extLst>
          </p:cNvPr>
          <p:cNvSpPr>
            <a:spLocks noChangeArrowheads="1"/>
          </p:cNvSpPr>
          <p:nvPr/>
        </p:nvSpPr>
        <p:spPr bwMode="auto">
          <a:xfrm>
            <a:off x="337418" y="215613"/>
            <a:ext cx="30414764" cy="3541251"/>
          </a:xfrm>
          <a:prstGeom prst="round2DiagRect">
            <a:avLst/>
          </a:prstGeom>
          <a:solidFill>
            <a:schemeClr val="bg1">
              <a:lumMod val="95000"/>
            </a:schemeClr>
          </a:solidFill>
          <a:ln w="9525">
            <a:noFill/>
            <a:miter lim="800000"/>
          </a:ln>
        </p:spPr>
        <p:txBody>
          <a:bodyPr lIns="73147" tIns="36574" rIns="73147" bIns="36574" anchor="ctr"/>
          <a:lstStyle>
            <a:defPPr>
              <a:defRPr kern="1200"/>
            </a:defPPr>
          </a:lstStyle>
          <a:p>
            <a:pPr algn="ctr"/>
            <a:r>
              <a:rPr lang="en-US" sz="8000" b="1" dirty="0">
                <a:latin typeface="Quattrocento"/>
              </a:rPr>
              <a:t>Automated Greenhouse</a:t>
            </a:r>
            <a:r>
              <a:rPr lang="en-US" sz="6000" b="1" dirty="0">
                <a:latin typeface="Quattrocento"/>
                <a:ea typeface="Calibri"/>
                <a:cs typeface="Calibri"/>
              </a:rPr>
              <a:t> </a:t>
            </a:r>
            <a:br>
              <a:rPr lang="en-US" sz="5650" b="1" dirty="0">
                <a:latin typeface="Quattrocento"/>
              </a:rPr>
            </a:br>
            <a:r>
              <a:rPr lang="en-US" sz="5000" dirty="0">
                <a:latin typeface="Quattrocento"/>
              </a:rPr>
              <a:t>Jonah Barrios, Eric </a:t>
            </a:r>
            <a:r>
              <a:rPr lang="en-US" sz="5000" dirty="0" err="1">
                <a:latin typeface="Quattrocento"/>
              </a:rPr>
              <a:t>Wodzisz</a:t>
            </a:r>
            <a:r>
              <a:rPr lang="en-US" sz="5000" dirty="0">
                <a:latin typeface="Quattrocento"/>
              </a:rPr>
              <a:t>, Nathan Hurst, Dakota </a:t>
            </a:r>
            <a:r>
              <a:rPr lang="en-US" sz="5000" dirty="0" err="1">
                <a:latin typeface="Quattrocento"/>
              </a:rPr>
              <a:t>Dukett</a:t>
            </a:r>
            <a:endParaRPr lang="en-US" sz="5000" dirty="0">
              <a:latin typeface="Quattrocento"/>
            </a:endParaRPr>
          </a:p>
        </p:txBody>
      </p:sp>
      <p:sp>
        <p:nvSpPr>
          <p:cNvPr id="4" name="Rectangle 10">
            <a:extLst>
              <a:ext uri="{FF2B5EF4-FFF2-40B4-BE49-F238E27FC236}">
                <a16:creationId xmlns:a16="http://schemas.microsoft.com/office/drawing/2014/main" id="{62EEC462-7E7D-DFDA-F112-4B94BF86D32E}"/>
              </a:ext>
            </a:extLst>
          </p:cNvPr>
          <p:cNvSpPr>
            <a:spLocks noChangeArrowheads="1"/>
          </p:cNvSpPr>
          <p:nvPr/>
        </p:nvSpPr>
        <p:spPr bwMode="auto">
          <a:xfrm>
            <a:off x="8455892" y="4602748"/>
            <a:ext cx="6881860" cy="582201"/>
          </a:xfrm>
          <a:prstGeom prst="round2DiagRect">
            <a:avLst>
              <a:gd name="adj1" fmla="val 30177"/>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dirty="0">
                <a:solidFill>
                  <a:schemeClr val="bg1"/>
                </a:solidFill>
                <a:latin typeface="Quattrocento" panose="02020802030000000404" pitchFamily="18" charset="0"/>
              </a:rPr>
              <a:t>Methodology and Implementation</a:t>
            </a:r>
          </a:p>
        </p:txBody>
      </p:sp>
      <p:sp>
        <p:nvSpPr>
          <p:cNvPr id="5" name="Rectangle 10">
            <a:extLst>
              <a:ext uri="{FF2B5EF4-FFF2-40B4-BE49-F238E27FC236}">
                <a16:creationId xmlns:a16="http://schemas.microsoft.com/office/drawing/2014/main" id="{4F2B0B02-87E5-E2AF-952D-6C0078B64E22}"/>
              </a:ext>
            </a:extLst>
          </p:cNvPr>
          <p:cNvSpPr>
            <a:spLocks noChangeArrowheads="1"/>
          </p:cNvSpPr>
          <p:nvPr/>
        </p:nvSpPr>
        <p:spPr bwMode="auto">
          <a:xfrm>
            <a:off x="15968878" y="4576145"/>
            <a:ext cx="6632787" cy="582201"/>
          </a:xfrm>
          <a:prstGeom prst="round2DiagRect">
            <a:avLst>
              <a:gd name="adj1" fmla="val 30177"/>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dirty="0">
                <a:solidFill>
                  <a:schemeClr val="bg1"/>
                </a:solidFill>
                <a:latin typeface="Quattrocento" panose="02020802030000000404" pitchFamily="18" charset="0"/>
              </a:rPr>
              <a:t>Results and Discussion</a:t>
            </a:r>
          </a:p>
        </p:txBody>
      </p:sp>
      <p:sp>
        <p:nvSpPr>
          <p:cNvPr id="6" name="Rectangle 10">
            <a:extLst>
              <a:ext uri="{FF2B5EF4-FFF2-40B4-BE49-F238E27FC236}">
                <a16:creationId xmlns:a16="http://schemas.microsoft.com/office/drawing/2014/main" id="{636398ED-1B1B-341D-5D77-5F757E2670BA}"/>
              </a:ext>
            </a:extLst>
          </p:cNvPr>
          <p:cNvSpPr>
            <a:spLocks noChangeArrowheads="1"/>
          </p:cNvSpPr>
          <p:nvPr/>
        </p:nvSpPr>
        <p:spPr bwMode="auto">
          <a:xfrm>
            <a:off x="23274355" y="4560967"/>
            <a:ext cx="6730998" cy="623968"/>
          </a:xfrm>
          <a:prstGeom prst="round2DiagRect">
            <a:avLst>
              <a:gd name="adj1" fmla="val 30178"/>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dirty="0">
                <a:solidFill>
                  <a:schemeClr val="bg1"/>
                </a:solidFill>
                <a:latin typeface="Quattrocento" panose="02020802030000000404" pitchFamily="18" charset="0"/>
              </a:rPr>
              <a:t>Conclusion</a:t>
            </a:r>
          </a:p>
        </p:txBody>
      </p:sp>
      <p:sp>
        <p:nvSpPr>
          <p:cNvPr id="7" name="Rectangle 10">
            <a:extLst>
              <a:ext uri="{FF2B5EF4-FFF2-40B4-BE49-F238E27FC236}">
                <a16:creationId xmlns:a16="http://schemas.microsoft.com/office/drawing/2014/main" id="{41256205-A9B0-3314-1DF2-23A5BFFF9107}"/>
              </a:ext>
            </a:extLst>
          </p:cNvPr>
          <p:cNvSpPr>
            <a:spLocks noChangeArrowheads="1"/>
          </p:cNvSpPr>
          <p:nvPr/>
        </p:nvSpPr>
        <p:spPr bwMode="auto">
          <a:xfrm>
            <a:off x="857617" y="10467178"/>
            <a:ext cx="6400800" cy="582201"/>
          </a:xfrm>
          <a:prstGeom prst="round2DiagRect">
            <a:avLst>
              <a:gd name="adj1" fmla="val 30178"/>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a:solidFill>
                  <a:schemeClr val="bg1"/>
                </a:solidFill>
                <a:latin typeface="Quattrocento" panose="02020802030000000404" pitchFamily="18" charset="0"/>
              </a:rPr>
              <a:t>Introduction</a:t>
            </a:r>
          </a:p>
        </p:txBody>
      </p:sp>
      <p:sp>
        <p:nvSpPr>
          <p:cNvPr id="8" name="Rectangle 10">
            <a:extLst>
              <a:ext uri="{FF2B5EF4-FFF2-40B4-BE49-F238E27FC236}">
                <a16:creationId xmlns:a16="http://schemas.microsoft.com/office/drawing/2014/main" id="{07E0BC13-539E-376D-6221-DC8776ACA92F}"/>
              </a:ext>
            </a:extLst>
          </p:cNvPr>
          <p:cNvSpPr>
            <a:spLocks noChangeArrowheads="1"/>
          </p:cNvSpPr>
          <p:nvPr/>
        </p:nvSpPr>
        <p:spPr bwMode="auto">
          <a:xfrm>
            <a:off x="23408716" y="10082439"/>
            <a:ext cx="6620087" cy="582201"/>
          </a:xfrm>
          <a:prstGeom prst="round2DiagRect">
            <a:avLst>
              <a:gd name="adj1" fmla="val 33555"/>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dirty="0">
                <a:solidFill>
                  <a:schemeClr val="bg1"/>
                </a:solidFill>
                <a:latin typeface="Quattrocento" panose="02020802030000000404" pitchFamily="18" charset="0"/>
              </a:rPr>
              <a:t>Project Team</a:t>
            </a:r>
          </a:p>
        </p:txBody>
      </p:sp>
      <p:sp>
        <p:nvSpPr>
          <p:cNvPr id="14" name="Rectangle 10">
            <a:extLst>
              <a:ext uri="{FF2B5EF4-FFF2-40B4-BE49-F238E27FC236}">
                <a16:creationId xmlns:a16="http://schemas.microsoft.com/office/drawing/2014/main" id="{B3F2B393-920F-D261-A387-10282A2EA52A}"/>
              </a:ext>
            </a:extLst>
          </p:cNvPr>
          <p:cNvSpPr>
            <a:spLocks noChangeArrowheads="1"/>
          </p:cNvSpPr>
          <p:nvPr/>
        </p:nvSpPr>
        <p:spPr bwMode="auto">
          <a:xfrm>
            <a:off x="947845" y="5412559"/>
            <a:ext cx="6841753" cy="4741641"/>
          </a:xfrm>
          <a:prstGeom prst="round2DiagRect">
            <a:avLst>
              <a:gd name="adj1" fmla="val 6827"/>
              <a:gd name="adj2" fmla="val 1130"/>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lgn="ctr" defTabSz="3135215">
              <a:defRPr/>
            </a:pPr>
            <a:endParaRPr lang="en-US" sz="2400" b="1">
              <a:noFill/>
              <a:latin typeface="Quattrocento"/>
            </a:endParaRPr>
          </a:p>
        </p:txBody>
      </p:sp>
      <p:sp>
        <p:nvSpPr>
          <p:cNvPr id="16" name="TextBox 15">
            <a:extLst>
              <a:ext uri="{FF2B5EF4-FFF2-40B4-BE49-F238E27FC236}">
                <a16:creationId xmlns:a16="http://schemas.microsoft.com/office/drawing/2014/main" id="{7AA9A01D-F93E-206C-2E7F-56E3E371BD3C}"/>
              </a:ext>
            </a:extLst>
          </p:cNvPr>
          <p:cNvSpPr txBox="1"/>
          <p:nvPr/>
        </p:nvSpPr>
        <p:spPr>
          <a:xfrm>
            <a:off x="1066799" y="5898292"/>
            <a:ext cx="6431203" cy="3416320"/>
          </a:xfrm>
          <a:prstGeom prst="rect">
            <a:avLst/>
          </a:prstGeom>
          <a:noFill/>
        </p:spPr>
        <p:txBody>
          <a:bodyPr wrap="square" lIns="91440" tIns="45720" rIns="91440" bIns="45720" rtlCol="0" anchor="t">
            <a:spAutoFit/>
          </a:bodyPr>
          <a:lstStyle>
            <a:defPPr>
              <a:defRPr kern="1200"/>
            </a:defPPr>
          </a:lstStyle>
          <a:p>
            <a:pPr algn="ctr"/>
            <a:r>
              <a:rPr lang="en-US" sz="2400" b="1" dirty="0">
                <a:latin typeface="Quattrocento"/>
                <a:ea typeface="Open Sans"/>
                <a:cs typeface="Open Sans"/>
              </a:rPr>
              <a:t>When taking care of plant, there are many factors that could affect the plant's wellbeing. When inexperienced plant owners or even experienced owners have too many plants; the plant could become neglected and over time could wither and die. So, what if there is a way to have a helping hand with taking care of plants.</a:t>
            </a:r>
            <a:endParaRPr lang="en-US" dirty="0">
              <a:ea typeface="Open Sans"/>
              <a:cs typeface="Open Sans"/>
            </a:endParaRPr>
          </a:p>
        </p:txBody>
      </p:sp>
      <p:sp>
        <p:nvSpPr>
          <p:cNvPr id="17" name="Rectangle 10">
            <a:extLst>
              <a:ext uri="{FF2B5EF4-FFF2-40B4-BE49-F238E27FC236}">
                <a16:creationId xmlns:a16="http://schemas.microsoft.com/office/drawing/2014/main" id="{C7540361-BB1D-1F97-AD38-28C1AA546DA4}"/>
              </a:ext>
            </a:extLst>
          </p:cNvPr>
          <p:cNvSpPr>
            <a:spLocks noChangeArrowheads="1"/>
          </p:cNvSpPr>
          <p:nvPr/>
        </p:nvSpPr>
        <p:spPr bwMode="auto">
          <a:xfrm>
            <a:off x="8381583" y="5276515"/>
            <a:ext cx="7133577" cy="10903956"/>
          </a:xfrm>
          <a:prstGeom prst="round2DiagRect">
            <a:avLst>
              <a:gd name="adj1" fmla="val 6827"/>
              <a:gd name="adj2" fmla="val 3468"/>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lgn="ctr" defTabSz="3135215"/>
            <a:endParaRPr lang="en-US" sz="2400" b="1">
              <a:noFill/>
              <a:latin typeface="Quattrocento" panose="02020802030000000404" pitchFamily="18" charset="0"/>
            </a:endParaRPr>
          </a:p>
        </p:txBody>
      </p:sp>
      <p:sp>
        <p:nvSpPr>
          <p:cNvPr id="19" name="Rectangle 10">
            <a:extLst>
              <a:ext uri="{FF2B5EF4-FFF2-40B4-BE49-F238E27FC236}">
                <a16:creationId xmlns:a16="http://schemas.microsoft.com/office/drawing/2014/main" id="{55D80D3B-B48E-B2C9-F144-96673EADEE9C}"/>
              </a:ext>
            </a:extLst>
          </p:cNvPr>
          <p:cNvSpPr>
            <a:spLocks noChangeArrowheads="1"/>
          </p:cNvSpPr>
          <p:nvPr/>
        </p:nvSpPr>
        <p:spPr bwMode="auto">
          <a:xfrm>
            <a:off x="23177503" y="5366060"/>
            <a:ext cx="6860134" cy="4518724"/>
          </a:xfrm>
          <a:prstGeom prst="round2DiagRect">
            <a:avLst>
              <a:gd name="adj1" fmla="val 6827"/>
              <a:gd name="adj2" fmla="val 0"/>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lgn="ctr" defTabSz="3135215"/>
            <a:endParaRPr lang="en-US" sz="2400" b="1">
              <a:noFill/>
              <a:latin typeface="Quattrocento" panose="02020802030000000404" pitchFamily="18" charset="0"/>
            </a:endParaRPr>
          </a:p>
        </p:txBody>
      </p:sp>
      <p:sp>
        <p:nvSpPr>
          <p:cNvPr id="20" name="Rectangle 10">
            <a:extLst>
              <a:ext uri="{FF2B5EF4-FFF2-40B4-BE49-F238E27FC236}">
                <a16:creationId xmlns:a16="http://schemas.microsoft.com/office/drawing/2014/main" id="{085BEEBA-5CDB-2CD7-06AC-21DFBE193CBF}"/>
              </a:ext>
            </a:extLst>
          </p:cNvPr>
          <p:cNvSpPr>
            <a:spLocks noChangeArrowheads="1"/>
          </p:cNvSpPr>
          <p:nvPr/>
        </p:nvSpPr>
        <p:spPr bwMode="auto">
          <a:xfrm>
            <a:off x="16182877" y="5407883"/>
            <a:ext cx="6493034" cy="6200167"/>
          </a:xfrm>
          <a:prstGeom prst="round2DiagRect">
            <a:avLst>
              <a:gd name="adj1" fmla="val 6827"/>
              <a:gd name="adj2" fmla="val 0"/>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lgn="ctr" defTabSz="3135215"/>
            <a:endParaRPr lang="en-US" sz="2400" b="1">
              <a:noFill/>
              <a:latin typeface="Quattrocento" panose="02020802030000000404" pitchFamily="18" charset="0"/>
            </a:endParaRPr>
          </a:p>
        </p:txBody>
      </p:sp>
      <p:sp>
        <p:nvSpPr>
          <p:cNvPr id="21" name="Rectangle 10">
            <a:extLst>
              <a:ext uri="{FF2B5EF4-FFF2-40B4-BE49-F238E27FC236}">
                <a16:creationId xmlns:a16="http://schemas.microsoft.com/office/drawing/2014/main" id="{C8443A62-DD12-B4DF-3D4D-DF311ABE0DCB}"/>
              </a:ext>
            </a:extLst>
          </p:cNvPr>
          <p:cNvSpPr>
            <a:spLocks noChangeArrowheads="1"/>
          </p:cNvSpPr>
          <p:nvPr/>
        </p:nvSpPr>
        <p:spPr bwMode="auto">
          <a:xfrm>
            <a:off x="757832" y="11343915"/>
            <a:ext cx="7334074" cy="9673112"/>
          </a:xfrm>
          <a:prstGeom prst="round2DiagRect">
            <a:avLst>
              <a:gd name="adj1" fmla="val 6827"/>
              <a:gd name="adj2" fmla="val 0"/>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lgn="ctr" defTabSz="3135215"/>
            <a:endParaRPr lang="en-US" sz="2400" b="1">
              <a:noFill/>
              <a:latin typeface="Quattrocento"/>
            </a:endParaRPr>
          </a:p>
        </p:txBody>
      </p:sp>
      <p:pic>
        <p:nvPicPr>
          <p:cNvPr id="3078" name="Picture 6">
            <a:extLst>
              <a:ext uri="{FF2B5EF4-FFF2-40B4-BE49-F238E27FC236}">
                <a16:creationId xmlns:a16="http://schemas.microsoft.com/office/drawing/2014/main" id="{D414772E-614C-C824-438C-924E7FD4C4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839" y="910131"/>
            <a:ext cx="5318761" cy="1547788"/>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10">
            <a:extLst>
              <a:ext uri="{FF2B5EF4-FFF2-40B4-BE49-F238E27FC236}">
                <a16:creationId xmlns:a16="http://schemas.microsoft.com/office/drawing/2014/main" id="{3BDD11BB-3B2D-4E34-784B-7827A6C68691}"/>
              </a:ext>
            </a:extLst>
          </p:cNvPr>
          <p:cNvSpPr>
            <a:spLocks noChangeArrowheads="1"/>
          </p:cNvSpPr>
          <p:nvPr/>
        </p:nvSpPr>
        <p:spPr bwMode="auto">
          <a:xfrm>
            <a:off x="23439454" y="16990505"/>
            <a:ext cx="6400800" cy="582201"/>
          </a:xfrm>
          <a:prstGeom prst="round2DiagRect">
            <a:avLst>
              <a:gd name="adj1" fmla="val 33555"/>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dirty="0">
                <a:solidFill>
                  <a:schemeClr val="bg1"/>
                </a:solidFill>
                <a:latin typeface="Quattrocento" panose="02020802030000000404" pitchFamily="18" charset="0"/>
              </a:rPr>
              <a:t>Acknowledgements</a:t>
            </a:r>
          </a:p>
        </p:txBody>
      </p:sp>
      <p:sp>
        <p:nvSpPr>
          <p:cNvPr id="26" name="Rectangle 10">
            <a:extLst>
              <a:ext uri="{FF2B5EF4-FFF2-40B4-BE49-F238E27FC236}">
                <a16:creationId xmlns:a16="http://schemas.microsoft.com/office/drawing/2014/main" id="{7973899A-7636-87C4-2A13-FF8D33D321F5}"/>
              </a:ext>
            </a:extLst>
          </p:cNvPr>
          <p:cNvSpPr>
            <a:spLocks noChangeArrowheads="1"/>
          </p:cNvSpPr>
          <p:nvPr/>
        </p:nvSpPr>
        <p:spPr bwMode="auto">
          <a:xfrm>
            <a:off x="23429520" y="18099200"/>
            <a:ext cx="6860134" cy="2427367"/>
          </a:xfrm>
          <a:prstGeom prst="round2DiagRect">
            <a:avLst>
              <a:gd name="adj1" fmla="val 6827"/>
              <a:gd name="adj2" fmla="val 0"/>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defTabSz="3135215"/>
            <a:r>
              <a:rPr lang="en-US" sz="2400" b="1" dirty="0">
                <a:latin typeface="Quattrocento"/>
              </a:rPr>
              <a:t>Funding Source: </a:t>
            </a:r>
            <a:r>
              <a:rPr lang="en-US" sz="2000" dirty="0">
                <a:latin typeface="Quattrocento"/>
              </a:rPr>
              <a:t>Center for Undergraduate </a:t>
            </a:r>
          </a:p>
          <a:p>
            <a:pPr defTabSz="3135215"/>
            <a:r>
              <a:rPr lang="en-US" sz="2000" dirty="0">
                <a:latin typeface="Quattrocento"/>
              </a:rPr>
              <a:t>Research and Scholarship (CURS)</a:t>
            </a:r>
          </a:p>
          <a:p>
            <a:pPr defTabSz="3135215">
              <a:lnSpc>
                <a:spcPct val="90000"/>
              </a:lnSpc>
              <a:spcBef>
                <a:spcPts val="1000"/>
              </a:spcBef>
            </a:pPr>
            <a:endParaRPr lang="en-US" sz="2000" dirty="0">
              <a:latin typeface="Quattrocento"/>
            </a:endParaRPr>
          </a:p>
          <a:p>
            <a:pPr defTabSz="3135215">
              <a:lnSpc>
                <a:spcPct val="90000"/>
              </a:lnSpc>
              <a:spcBef>
                <a:spcPts val="1000"/>
              </a:spcBef>
            </a:pPr>
            <a:r>
              <a:rPr lang="en-US" sz="2000" b="1" dirty="0">
                <a:solidFill>
                  <a:srgbClr val="000000"/>
                </a:solidFill>
                <a:latin typeface="Aptos"/>
              </a:rPr>
              <a:t>Lisa Schaller </a:t>
            </a:r>
            <a:r>
              <a:rPr lang="en-US" sz="2000" dirty="0">
                <a:solidFill>
                  <a:srgbClr val="000000"/>
                </a:solidFill>
                <a:latin typeface="Aptos"/>
                <a:ea typeface="Calibri"/>
                <a:cs typeface="Calibri"/>
              </a:rPr>
              <a:t>–</a:t>
            </a:r>
            <a:r>
              <a:rPr lang="en-US" sz="2000" b="1" dirty="0">
                <a:solidFill>
                  <a:srgbClr val="000000"/>
                </a:solidFill>
                <a:latin typeface="Aptos"/>
              </a:rPr>
              <a:t> </a:t>
            </a:r>
            <a:r>
              <a:rPr lang="en-US" sz="2000" dirty="0">
                <a:solidFill>
                  <a:srgbClr val="000000"/>
                </a:solidFill>
                <a:latin typeface="Aptos"/>
              </a:rPr>
              <a:t>Construction/Woodworking Assistance</a:t>
            </a:r>
          </a:p>
          <a:p>
            <a:pPr defTabSz="3135215">
              <a:lnSpc>
                <a:spcPct val="90000"/>
              </a:lnSpc>
              <a:spcBef>
                <a:spcPts val="1000"/>
              </a:spcBef>
            </a:pPr>
            <a:r>
              <a:rPr lang="en-US" sz="2000" b="1" dirty="0">
                <a:solidFill>
                  <a:srgbClr val="000000"/>
                </a:solidFill>
                <a:latin typeface="Aptos"/>
                <a:ea typeface="Calibri"/>
                <a:cs typeface="Calibri"/>
              </a:rPr>
              <a:t>Dr. Sonia Chacko </a:t>
            </a:r>
            <a:r>
              <a:rPr lang="en-US" sz="2000" dirty="0">
                <a:solidFill>
                  <a:srgbClr val="000000"/>
                </a:solidFill>
                <a:latin typeface="Aptos"/>
                <a:ea typeface="Calibri"/>
                <a:cs typeface="Calibri"/>
              </a:rPr>
              <a:t>– Faculty Advisor</a:t>
            </a:r>
            <a:endParaRPr lang="en-US" sz="2000" dirty="0">
              <a:ea typeface="Calibri"/>
              <a:cs typeface="Calibri"/>
            </a:endParaRPr>
          </a:p>
          <a:p>
            <a:pPr defTabSz="3135215"/>
            <a:endParaRPr lang="en-US" sz="2000" dirty="0">
              <a:latin typeface="Quattrocento"/>
            </a:endParaRPr>
          </a:p>
          <a:p>
            <a:pPr defTabSz="3135215"/>
            <a:endParaRPr lang="en-US" sz="2000" b="1" dirty="0">
              <a:latin typeface="Quattrocento" panose="02020802030000000404" pitchFamily="18" charset="0"/>
            </a:endParaRPr>
          </a:p>
        </p:txBody>
      </p:sp>
      <p:sp>
        <p:nvSpPr>
          <p:cNvPr id="3" name="Rectangle 10">
            <a:extLst>
              <a:ext uri="{FF2B5EF4-FFF2-40B4-BE49-F238E27FC236}">
                <a16:creationId xmlns:a16="http://schemas.microsoft.com/office/drawing/2014/main" id="{2322E805-983F-9253-3B0A-5F5DDC88459B}"/>
              </a:ext>
            </a:extLst>
          </p:cNvPr>
          <p:cNvSpPr>
            <a:spLocks noChangeArrowheads="1"/>
          </p:cNvSpPr>
          <p:nvPr/>
        </p:nvSpPr>
        <p:spPr bwMode="auto">
          <a:xfrm>
            <a:off x="910398" y="4560981"/>
            <a:ext cx="6881861" cy="623968"/>
          </a:xfrm>
          <a:prstGeom prst="round2DiagRect">
            <a:avLst>
              <a:gd name="adj1" fmla="val 30177"/>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dirty="0">
                <a:solidFill>
                  <a:schemeClr val="bg1"/>
                </a:solidFill>
                <a:latin typeface="Quattrocento" panose="02020802030000000404" pitchFamily="18" charset="0"/>
              </a:rPr>
              <a:t>Abstract</a:t>
            </a:r>
          </a:p>
        </p:txBody>
      </p:sp>
      <p:sp>
        <p:nvSpPr>
          <p:cNvPr id="18" name="TextBox 17">
            <a:extLst>
              <a:ext uri="{FF2B5EF4-FFF2-40B4-BE49-F238E27FC236}">
                <a16:creationId xmlns:a16="http://schemas.microsoft.com/office/drawing/2014/main" id="{71B5E8F5-0204-68C5-8367-E0A87B916B24}"/>
              </a:ext>
            </a:extLst>
          </p:cNvPr>
          <p:cNvSpPr txBox="1"/>
          <p:nvPr/>
        </p:nvSpPr>
        <p:spPr>
          <a:xfrm>
            <a:off x="8696422" y="5467249"/>
            <a:ext cx="6400800" cy="10802957"/>
          </a:xfrm>
          <a:prstGeom prst="rect">
            <a:avLst/>
          </a:prstGeom>
          <a:noFill/>
        </p:spPr>
        <p:txBody>
          <a:bodyPr wrap="square" lIns="91440" tIns="45720" rIns="91440" bIns="45720" rtlCol="0" anchor="t">
            <a:spAutoFit/>
          </a:bodyPr>
          <a:lstStyle>
            <a:defPPr>
              <a:defRPr kern="1200"/>
            </a:defPPr>
          </a:lstStyle>
          <a:p>
            <a:pPr algn="just"/>
            <a:r>
              <a:rPr lang="en-US" sz="2400" b="1" dirty="0">
                <a:latin typeface="Quattrocento"/>
                <a:ea typeface="Open Sans"/>
                <a:cs typeface="Open Sans"/>
              </a:rPr>
              <a:t>For the Automated Greenhouse we had to use a wide variety of different tool and technologies. For electronics we used an Arduino PLC, the Giga R1 PLC and Display. This Arduino with three different sensor, light, temperature, and moisture sensors. These sensor will send data to the Arduino and with condition IF statements, will turn on an error correction machine. To fix error we will use a pump for moisture, UV for lights, and a heater for temperature. A user will be able to select the threshold using the touch display and could switch between environments or reset the code.</a:t>
            </a:r>
            <a:endParaRPr lang="en-US" dirty="0"/>
          </a:p>
          <a:p>
            <a:pPr algn="just"/>
            <a:endParaRPr lang="en-US" sz="2400" b="1" dirty="0">
              <a:latin typeface="Quattrocento"/>
              <a:ea typeface="Open Sans"/>
              <a:cs typeface="Open Sans"/>
            </a:endParaRPr>
          </a:p>
          <a:p>
            <a:pPr algn="just"/>
            <a:r>
              <a:rPr lang="en-US" sz="2400" b="1" dirty="0">
                <a:latin typeface="Quattrocento"/>
                <a:ea typeface="Open Sans"/>
                <a:cs typeface="Open Sans"/>
              </a:rPr>
              <a:t>For the construction portion, we initially created a design we agreed on the 3d modeling program SolidWorks. We then built that out of wood procured from home depot, using screws to bind it together. Finding it sturdy enough, we then created an acrylic case with a wooden frame. This was constructed using liquid nails in conjunction with wood screws. It was sealed with silicone epoxy. This effectively created a seal against the elements, creating a closed system. Pictured below is the initial computer model, and to the side is the table after construction.</a:t>
            </a:r>
          </a:p>
        </p:txBody>
      </p:sp>
      <p:sp>
        <p:nvSpPr>
          <p:cNvPr id="23" name="TextBox 22">
            <a:extLst>
              <a:ext uri="{FF2B5EF4-FFF2-40B4-BE49-F238E27FC236}">
                <a16:creationId xmlns:a16="http://schemas.microsoft.com/office/drawing/2014/main" id="{370C77B2-6C88-9C71-7BB3-FBABF6DDFBEA}"/>
              </a:ext>
            </a:extLst>
          </p:cNvPr>
          <p:cNvSpPr txBox="1"/>
          <p:nvPr/>
        </p:nvSpPr>
        <p:spPr>
          <a:xfrm>
            <a:off x="16235603" y="5632721"/>
            <a:ext cx="6400800" cy="6001643"/>
          </a:xfrm>
          <a:prstGeom prst="rect">
            <a:avLst/>
          </a:prstGeom>
          <a:noFill/>
        </p:spPr>
        <p:txBody>
          <a:bodyPr wrap="square" lIns="91440" tIns="45720" rIns="91440" bIns="45720" rtlCol="0" anchor="t">
            <a:spAutoFit/>
          </a:bodyPr>
          <a:lstStyle>
            <a:defPPr>
              <a:defRPr kern="1200"/>
            </a:defPPr>
          </a:lstStyle>
          <a:p>
            <a:pPr algn="just"/>
            <a:r>
              <a:rPr lang="en-US" sz="2400" b="1" dirty="0">
                <a:latin typeface="Quattrocento"/>
                <a:ea typeface="Open Sans"/>
                <a:cs typeface="Open Sans"/>
              </a:rPr>
              <a:t>In the end our project was a success in making an automated greenhouse that only requires human intervention to refill the water source. We created three different main environments for testing the project. The environments where temperate, desert, and tropical. All our original plans for the project were added in besides having the display show the current temperature and moisture level. This was scrapped due to all attempts to implement resulting in the Giga Display to crash. One other limitation we had was that when purchasing a UV light, we purchased one with an on/off button which resets to off when losing power making it unable to be fully automated.</a:t>
            </a:r>
            <a:endParaRPr lang="en-US" dirty="0"/>
          </a:p>
        </p:txBody>
      </p:sp>
      <p:sp>
        <p:nvSpPr>
          <p:cNvPr id="24" name="TextBox 23">
            <a:extLst>
              <a:ext uri="{FF2B5EF4-FFF2-40B4-BE49-F238E27FC236}">
                <a16:creationId xmlns:a16="http://schemas.microsoft.com/office/drawing/2014/main" id="{7B33E45B-5D86-A98F-E55B-EE0C0F4FAFAC}"/>
              </a:ext>
            </a:extLst>
          </p:cNvPr>
          <p:cNvSpPr txBox="1"/>
          <p:nvPr/>
        </p:nvSpPr>
        <p:spPr>
          <a:xfrm>
            <a:off x="23161414" y="5708079"/>
            <a:ext cx="6096000" cy="262380"/>
          </a:xfrm>
          <a:prstGeom prst="rect">
            <a:avLst/>
          </a:prstGeom>
          <a:noFill/>
        </p:spPr>
        <p:txBody>
          <a:bodyPr wrap="square" lIns="91440" tIns="45720" rIns="91440" bIns="45720" rtlCol="0" anchor="t">
            <a:spAutoFit/>
          </a:bodyPr>
          <a:lstStyle>
            <a:defPPr>
              <a:defRPr kern="1200"/>
            </a:defPPr>
          </a:lstStyle>
          <a:p>
            <a:endParaRPr lang="en-US" sz="1100">
              <a:latin typeface="Quattrocento Sans"/>
              <a:ea typeface="Open Sans"/>
              <a:cs typeface="Open Sans"/>
            </a:endParaRPr>
          </a:p>
        </p:txBody>
      </p:sp>
      <p:pic>
        <p:nvPicPr>
          <p:cNvPr id="28" name="Picture 27" descr="A black and orange letter&#10;&#10;AI-generated content may be incorrect.">
            <a:extLst>
              <a:ext uri="{FF2B5EF4-FFF2-40B4-BE49-F238E27FC236}">
                <a16:creationId xmlns:a16="http://schemas.microsoft.com/office/drawing/2014/main" id="{A9F8526F-8656-CD5D-B24B-53101F7B73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9855" y="1023840"/>
            <a:ext cx="5318761" cy="1521452"/>
          </a:xfrm>
          <a:prstGeom prst="rect">
            <a:avLst/>
          </a:prstGeom>
        </p:spPr>
      </p:pic>
      <p:sp>
        <p:nvSpPr>
          <p:cNvPr id="29" name="TextBox 28">
            <a:extLst>
              <a:ext uri="{FF2B5EF4-FFF2-40B4-BE49-F238E27FC236}">
                <a16:creationId xmlns:a16="http://schemas.microsoft.com/office/drawing/2014/main" id="{F0DE80D1-49BE-1DB9-57E3-4D844F5E563E}"/>
              </a:ext>
            </a:extLst>
          </p:cNvPr>
          <p:cNvSpPr txBox="1"/>
          <p:nvPr/>
        </p:nvSpPr>
        <p:spPr>
          <a:xfrm>
            <a:off x="617793" y="11901305"/>
            <a:ext cx="6981913" cy="7017306"/>
          </a:xfrm>
          <a:prstGeom prst="rect">
            <a:avLst/>
          </a:prstGeom>
          <a:noFill/>
        </p:spPr>
        <p:txBody>
          <a:bodyPr wrap="square" lIns="91440" tIns="45720" rIns="91440" bIns="45720" rtlCol="0" anchor="t">
            <a:spAutoFit/>
          </a:bodyPr>
          <a:lstStyle>
            <a:defPPr>
              <a:defRPr kern="1200"/>
            </a:defPPr>
          </a:lstStyle>
          <a:p>
            <a:pPr algn="just"/>
            <a:r>
              <a:rPr lang="en-US" sz="2400" b="1" dirty="0">
                <a:latin typeface="Quattrocento"/>
                <a:ea typeface="Open Sans"/>
                <a:cs typeface="Open Sans"/>
              </a:rPr>
              <a:t>Our project is an Automated Greenhouse with environments that can be tailored to best fit numerous different plants with different needs or environmental conditions. It consists of three main working parts. The watering system, light system, and temperature control system. These are all tied into the main ECU, in this case we are using an Arduino.</a:t>
            </a:r>
          </a:p>
          <a:p>
            <a:pPr algn="ctr"/>
            <a:endParaRPr lang="en-US" sz="2400" b="1" dirty="0">
              <a:latin typeface="Quattrocento"/>
              <a:ea typeface="Open Sans"/>
              <a:cs typeface="Open Sans"/>
            </a:endParaRPr>
          </a:p>
          <a:p>
            <a:r>
              <a:rPr lang="en-US" sz="2400" b="1" dirty="0">
                <a:latin typeface="Quattrocento"/>
                <a:ea typeface="Open Sans"/>
                <a:cs typeface="Open Sans"/>
              </a:rPr>
              <a:t>Key objectives- </a:t>
            </a:r>
          </a:p>
          <a:p>
            <a:pPr marL="800100" lvl="1" indent="-342900">
              <a:buFont typeface="Arial" panose="020B0604020202020204" pitchFamily="34" charset="0"/>
              <a:buChar char="•"/>
            </a:pPr>
            <a:r>
              <a:rPr lang="en-US" sz="2400" b="1" dirty="0">
                <a:latin typeface="Quattrocento"/>
                <a:ea typeface="Open Sans"/>
                <a:cs typeface="Open Sans"/>
              </a:rPr>
              <a:t>Have a sealed environment that keeps in warmth</a:t>
            </a:r>
          </a:p>
          <a:p>
            <a:pPr marL="800100" lvl="1" indent="-342900">
              <a:buFont typeface="Arial" panose="020B0604020202020204" pitchFamily="34" charset="0"/>
              <a:buChar char="•"/>
            </a:pPr>
            <a:r>
              <a:rPr lang="en-US" sz="2400" b="1" dirty="0">
                <a:latin typeface="Quattrocento"/>
                <a:ea typeface="Open Sans"/>
                <a:cs typeface="Open Sans"/>
              </a:rPr>
              <a:t>Have systems that, when prompted by an Arduino, feeds water/light/heat to the plant</a:t>
            </a:r>
          </a:p>
          <a:p>
            <a:pPr marL="800100" lvl="1" indent="-342900">
              <a:buFont typeface="Arial" panose="020B0604020202020204" pitchFamily="34" charset="0"/>
              <a:buChar char="•"/>
            </a:pPr>
            <a:r>
              <a:rPr lang="en-US" sz="2400" b="1" dirty="0">
                <a:latin typeface="Quattrocento"/>
                <a:ea typeface="Open Sans"/>
                <a:cs typeface="Open Sans"/>
              </a:rPr>
              <a:t>Have a hands-free system that provides the correct conditions with minimal supervision</a:t>
            </a:r>
          </a:p>
          <a:p>
            <a:pPr algn="ctr"/>
            <a:endParaRPr lang="en-US" dirty="0">
              <a:ea typeface="Open Sans"/>
              <a:cs typeface="Open Sans"/>
            </a:endParaRPr>
          </a:p>
        </p:txBody>
      </p:sp>
      <p:sp>
        <p:nvSpPr>
          <p:cNvPr id="31" name="Rectangle 10">
            <a:extLst>
              <a:ext uri="{FF2B5EF4-FFF2-40B4-BE49-F238E27FC236}">
                <a16:creationId xmlns:a16="http://schemas.microsoft.com/office/drawing/2014/main" id="{33C7406B-2A4D-9D5D-812A-3F4DC5137EC4}"/>
              </a:ext>
            </a:extLst>
          </p:cNvPr>
          <p:cNvSpPr>
            <a:spLocks noChangeArrowheads="1"/>
          </p:cNvSpPr>
          <p:nvPr/>
        </p:nvSpPr>
        <p:spPr bwMode="auto">
          <a:xfrm>
            <a:off x="16175565" y="11847535"/>
            <a:ext cx="6507657" cy="582201"/>
          </a:xfrm>
          <a:prstGeom prst="round2DiagRect">
            <a:avLst>
              <a:gd name="adj1" fmla="val 33555"/>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dirty="0">
                <a:solidFill>
                  <a:schemeClr val="bg1"/>
                </a:solidFill>
                <a:latin typeface="Quattrocento" panose="02020802030000000404" pitchFamily="18" charset="0"/>
              </a:rPr>
              <a:t>Project/</a:t>
            </a:r>
            <a:r>
              <a:rPr lang="en-US" sz="2400" b="1">
                <a:solidFill>
                  <a:schemeClr val="bg1"/>
                </a:solidFill>
                <a:latin typeface="Quattrocento" panose="02020802030000000404" pitchFamily="18" charset="0"/>
              </a:rPr>
              <a:t>Prototype Image</a:t>
            </a:r>
            <a:endParaRPr lang="en-US" sz="2400" b="1" dirty="0">
              <a:solidFill>
                <a:schemeClr val="bg1"/>
              </a:solidFill>
              <a:latin typeface="Quattrocento" panose="02020802030000000404" pitchFamily="18" charset="0"/>
            </a:endParaRPr>
          </a:p>
        </p:txBody>
      </p:sp>
      <p:pic>
        <p:nvPicPr>
          <p:cNvPr id="9" name="Picture 8" descr="A wooden box with a square object inside&#10;&#10;AI-generated content may be incorrect.">
            <a:extLst>
              <a:ext uri="{FF2B5EF4-FFF2-40B4-BE49-F238E27FC236}">
                <a16:creationId xmlns:a16="http://schemas.microsoft.com/office/drawing/2014/main" id="{EB61EB5E-BBE9-FFA9-6900-33CEFF854DC2}"/>
              </a:ext>
            </a:extLst>
          </p:cNvPr>
          <p:cNvPicPr>
            <a:picLocks noChangeAspect="1"/>
          </p:cNvPicPr>
          <p:nvPr/>
        </p:nvPicPr>
        <p:blipFill>
          <a:blip r:embed="rId4"/>
          <a:stretch>
            <a:fillRect/>
          </a:stretch>
        </p:blipFill>
        <p:spPr>
          <a:xfrm>
            <a:off x="16352349" y="12765580"/>
            <a:ext cx="5987965" cy="8449849"/>
          </a:xfrm>
          <a:prstGeom prst="rect">
            <a:avLst/>
          </a:prstGeom>
        </p:spPr>
      </p:pic>
      <p:sp>
        <p:nvSpPr>
          <p:cNvPr id="12" name="TextBox 11">
            <a:extLst>
              <a:ext uri="{FF2B5EF4-FFF2-40B4-BE49-F238E27FC236}">
                <a16:creationId xmlns:a16="http://schemas.microsoft.com/office/drawing/2014/main" id="{AE9A235A-0B5E-55C1-CF59-E8D106A076F9}"/>
              </a:ext>
            </a:extLst>
          </p:cNvPr>
          <p:cNvSpPr txBox="1"/>
          <p:nvPr/>
        </p:nvSpPr>
        <p:spPr>
          <a:xfrm>
            <a:off x="23512099" y="5660627"/>
            <a:ext cx="5731351" cy="4154984"/>
          </a:xfrm>
          <a:prstGeom prst="rect">
            <a:avLst/>
          </a:prstGeom>
          <a:noFill/>
        </p:spPr>
        <p:txBody>
          <a:bodyPr wrap="square" lIns="91440" tIns="45720" rIns="91440" bIns="45720" rtlCol="0" anchor="t">
            <a:spAutoFit/>
          </a:bodyPr>
          <a:lstStyle>
            <a:defPPr>
              <a:defRPr kern="1200"/>
            </a:defPPr>
          </a:lstStyle>
          <a:p>
            <a:pPr algn="just"/>
            <a:r>
              <a:rPr lang="en-US" sz="2400" b="1" dirty="0">
                <a:latin typeface="Quattrocento"/>
                <a:ea typeface="Open Sans"/>
                <a:cs typeface="Open Sans"/>
              </a:rPr>
              <a:t>In this project we set out to create a automated greenhouse that required as little human intervention as possible. In its current form it only needs its water source refilled. In the future this project could be integrated into to a water source to fix this issue. Other possible improvements for this project could be adding temp/ humidity displays and slider bars for setting desired value levels.</a:t>
            </a:r>
            <a:endParaRPr lang="en-US" dirty="0"/>
          </a:p>
        </p:txBody>
      </p:sp>
      <p:pic>
        <p:nvPicPr>
          <p:cNvPr id="13" name="Picture 12">
            <a:extLst>
              <a:ext uri="{FF2B5EF4-FFF2-40B4-BE49-F238E27FC236}">
                <a16:creationId xmlns:a16="http://schemas.microsoft.com/office/drawing/2014/main" id="{5C8F6FBA-4C32-6C0B-9CF4-2A085F530171}"/>
              </a:ext>
            </a:extLst>
          </p:cNvPr>
          <p:cNvPicPr>
            <a:picLocks noChangeAspect="1"/>
          </p:cNvPicPr>
          <p:nvPr/>
        </p:nvPicPr>
        <p:blipFill>
          <a:blip r:embed="rId5"/>
          <a:stretch>
            <a:fillRect/>
          </a:stretch>
        </p:blipFill>
        <p:spPr>
          <a:xfrm>
            <a:off x="9452363" y="16180471"/>
            <a:ext cx="4992015" cy="5634217"/>
          </a:xfrm>
          <a:prstGeom prst="rect">
            <a:avLst/>
          </a:prstGeom>
        </p:spPr>
      </p:pic>
      <p:pic>
        <p:nvPicPr>
          <p:cNvPr id="22" name="Picture 21" descr="A group of men smiling for a photo&#10;&#10;AI-generated content may be incorrect.">
            <a:extLst>
              <a:ext uri="{FF2B5EF4-FFF2-40B4-BE49-F238E27FC236}">
                <a16:creationId xmlns:a16="http://schemas.microsoft.com/office/drawing/2014/main" id="{EBE86C30-48F7-BC4C-0313-556F6C7A283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3268115" y="11015739"/>
            <a:ext cx="6886309" cy="5164732"/>
          </a:xfrm>
          <a:prstGeom prst="rect">
            <a:avLst/>
          </a:prstGeom>
        </p:spPr>
      </p:pic>
    </p:spTree>
    <p:extLst>
      <p:ext uri="{BB962C8B-B14F-4D97-AF65-F5344CB8AC3E}">
        <p14:creationId xmlns:p14="http://schemas.microsoft.com/office/powerpoint/2010/main" val="3531817014"/>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d2d9fbf2-33a9-4d52-b720-731b001565a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E1A1B0678091E47A871184602E3B5DB" ma:contentTypeVersion="14" ma:contentTypeDescription="Create a new document." ma:contentTypeScope="" ma:versionID="6589b8de9a40f57e6eb5e007430db8c6">
  <xsd:schema xmlns:xsd="http://www.w3.org/2001/XMLSchema" xmlns:xs="http://www.w3.org/2001/XMLSchema" xmlns:p="http://schemas.microsoft.com/office/2006/metadata/properties" xmlns:ns3="d2d9fbf2-33a9-4d52-b720-731b001565aa" xmlns:ns4="0d60be60-3d91-47c4-a9fd-ebe0907b3eaf" targetNamespace="http://schemas.microsoft.com/office/2006/metadata/properties" ma:root="true" ma:fieldsID="5d0701f5944baa9a835e5b25f06320f5" ns3:_="" ns4:_="">
    <xsd:import namespace="d2d9fbf2-33a9-4d52-b720-731b001565aa"/>
    <xsd:import namespace="0d60be60-3d91-47c4-a9fd-ebe0907b3eaf"/>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_activity" minOccurs="0"/>
                <xsd:element ref="ns3:MediaServiceObjectDetectorVersions" minOccurs="0"/>
                <xsd:element ref="ns3:MediaServiceSearchProperties"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d9fbf2-33a9-4d52-b720-731b001565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_activity" ma:index="16" nillable="true" ma:displayName="_activity" ma:hidden="true" ma:internalName="_activity">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d60be60-3d91-47c4-a9fd-ebe0907b3eaf"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SharingHintHash" ma:index="2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D4B9595-110B-4290-AE40-354B40FE8CDF}">
  <ds:schemaRefs>
    <ds:schemaRef ds:uri="http://schemas.microsoft.com/sharepoint/v3/contenttype/forms"/>
  </ds:schemaRefs>
</ds:datastoreItem>
</file>

<file path=customXml/itemProps2.xml><?xml version="1.0" encoding="utf-8"?>
<ds:datastoreItem xmlns:ds="http://schemas.openxmlformats.org/officeDocument/2006/customXml" ds:itemID="{39F937F3-EC25-49A9-B5DB-FDF40AEBF5BB}">
  <ds:schemaRefs>
    <ds:schemaRef ds:uri="http://purl.org/dc/terms/"/>
    <ds:schemaRef ds:uri="http://purl.org/dc/elements/1.1/"/>
    <ds:schemaRef ds:uri="d2d9fbf2-33a9-4d52-b720-731b001565aa"/>
    <ds:schemaRef ds:uri="http://schemas.microsoft.com/office/infopath/2007/PartnerControls"/>
    <ds:schemaRef ds:uri="http://www.w3.org/XML/1998/namespace"/>
    <ds:schemaRef ds:uri="http://schemas.microsoft.com/office/2006/documentManagement/types"/>
    <ds:schemaRef ds:uri="http://purl.org/dc/dcmitype/"/>
    <ds:schemaRef ds:uri="http://schemas.microsoft.com/office/2006/metadata/properties"/>
    <ds:schemaRef ds:uri="http://schemas.openxmlformats.org/package/2006/metadata/core-properties"/>
    <ds:schemaRef ds:uri="0d60be60-3d91-47c4-a9fd-ebe0907b3eaf"/>
  </ds:schemaRefs>
</ds:datastoreItem>
</file>

<file path=customXml/itemProps3.xml><?xml version="1.0" encoding="utf-8"?>
<ds:datastoreItem xmlns:ds="http://schemas.openxmlformats.org/officeDocument/2006/customXml" ds:itemID="{C3EC850A-0486-445B-861B-DD9B227E60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d9fbf2-33a9-4d52-b720-731b001565aa"/>
    <ds:schemaRef ds:uri="0d60be60-3d91-47c4-a9fd-ebe0907b3ea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735</TotalTime>
  <Words>633</Words>
  <Application>Microsoft Office PowerPoint</Application>
  <PresentationFormat>Custom</PresentationFormat>
  <Paragraphs>26</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Aptos</vt:lpstr>
      <vt:lpstr>Arial</vt:lpstr>
      <vt:lpstr>Calibri</vt:lpstr>
      <vt:lpstr>Calibri Light</vt:lpstr>
      <vt:lpstr>Open Sans</vt:lpstr>
      <vt:lpstr>Quattrocento</vt:lpstr>
      <vt:lpstr>Quattrocento Sans</vt:lpstr>
      <vt:lpstr>Office 2013 - 2022 Theme</vt:lpstr>
      <vt:lpstr>PowerPoint Presentation</vt:lpstr>
    </vt:vector>
  </TitlesOfParts>
  <Company>Dartmouth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Working Memory in the Two Cerebral Hemispheres M.G. Funnell, M.K. Colvin, &amp; M.S. Gazzaniga Center for Cognitive Neuroscience, Dartmouth College</dc:title>
  <dc:creator>Margaret Funnell</dc:creator>
  <cp:lastModifiedBy>Sonia Mary Chacko</cp:lastModifiedBy>
  <cp:revision>35</cp:revision>
  <cp:lastPrinted>2003-03-25T14:30:39Z</cp:lastPrinted>
  <dcterms:created xsi:type="dcterms:W3CDTF">2003-03-14T19:43:06Z</dcterms:created>
  <dcterms:modified xsi:type="dcterms:W3CDTF">2025-04-29T12:53:57Z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0x0101003E1A1B0678091E47A871184602E3B5DB</vt:lpwstr>
  </property>
</Properties>
</file>